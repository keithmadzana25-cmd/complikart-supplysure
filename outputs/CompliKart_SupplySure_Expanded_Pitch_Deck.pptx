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fd8abcd2164d2b" /><Relationship Type="http://schemas.openxmlformats.org/officeDocument/2006/relationships/extended-properties" Target="/docProps/app.xml" Id="R0ac847e463cb4b6d" /><Relationship Type="http://schemas.openxmlformats.org/officeDocument/2006/relationships/officeDocument" Target="/ppt/presentation.xml" Id="R7baa47de069847dd" /></Relationships>
</file>

<file path=ppt/presentation.xml><?xml version="1.0" encoding="utf-8"?>
<p:presentation xmlns:p="http://schemas.openxmlformats.org/presentationml/2006/main">
  <p:sldMasterIdLst>
    <p:sldMasterId xmlns:r="http://schemas.openxmlformats.org/officeDocument/2006/relationships" id="2147483648" r:id="Rd63678a3ac994b13"/>
  </p:sldMasterIdLst>
  <p:notesMasterIdLst>
    <p:notesMasterId xmlns:r="http://schemas.openxmlformats.org/officeDocument/2006/relationships" r:id="R4654e46c4ef147da"/>
  </p:notesMasterIdLst>
  <p:sldIdLst>
    <p:sldId xmlns:r="http://schemas.openxmlformats.org/officeDocument/2006/relationships" id="256" r:id="Rc93c287221664e9c"/>
    <p:sldId xmlns:r="http://schemas.openxmlformats.org/officeDocument/2006/relationships" id="257" r:id="R3e583d367c154460"/>
    <p:sldId xmlns:r="http://schemas.openxmlformats.org/officeDocument/2006/relationships" id="258" r:id="R97e2fb84279c4e74"/>
    <p:sldId xmlns:r="http://schemas.openxmlformats.org/officeDocument/2006/relationships" id="259" r:id="R1fee35b840314cff"/>
    <p:sldId xmlns:r="http://schemas.openxmlformats.org/officeDocument/2006/relationships" id="260" r:id="Re0a64274210f40fe"/>
    <p:sldId xmlns:r="http://schemas.openxmlformats.org/officeDocument/2006/relationships" id="261" r:id="R1638ea473f5743b1"/>
    <p:sldId xmlns:r="http://schemas.openxmlformats.org/officeDocument/2006/relationships" id="262" r:id="Rf2f7db711d724d08"/>
    <p:sldId xmlns:r="http://schemas.openxmlformats.org/officeDocument/2006/relationships" id="263" r:id="Rf6f15ceeb3ef4f4e"/>
    <p:sldId xmlns:r="http://schemas.openxmlformats.org/officeDocument/2006/relationships" id="264" r:id="Rba32a33a93a14d8f"/>
    <p:sldId xmlns:r="http://schemas.openxmlformats.org/officeDocument/2006/relationships" id="265" r:id="R1025129b8e41495e"/>
    <p:sldId xmlns:r="http://schemas.openxmlformats.org/officeDocument/2006/relationships" id="266" r:id="Rb65e25ddfc8341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de989b90464402" /><Relationship Type="http://schemas.openxmlformats.org/officeDocument/2006/relationships/slideMaster" Target="/ppt/slideMasters/slideMaster1.xml" Id="Rd63678a3ac994b13" /><Relationship Type="http://schemas.openxmlformats.org/officeDocument/2006/relationships/notesMaster" Target="/ppt/notesMasters/notesMaster1.xml" Id="R4654e46c4ef147da" /><Relationship Type="http://schemas.openxmlformats.org/officeDocument/2006/relationships/presProps" Target="/ppt/presProps.xml" Id="R713956ce0bc14ff5" /><Relationship Type="http://schemas.openxmlformats.org/officeDocument/2006/relationships/tableStyles" Target="/ppt/tableStyles.xml" Id="Raefdd8374f7c4eac" /><Relationship Type="http://schemas.openxmlformats.org/officeDocument/2006/relationships/slide" Target="/ppt/slides/slide1.xml" Id="Rc93c287221664e9c" /><Relationship Type="http://schemas.openxmlformats.org/officeDocument/2006/relationships/slide" Target="/ppt/slides/slide2.xml" Id="R3e583d367c154460" /><Relationship Type="http://schemas.openxmlformats.org/officeDocument/2006/relationships/slide" Target="/ppt/slides/slide3.xml" Id="R97e2fb84279c4e74" /><Relationship Type="http://schemas.openxmlformats.org/officeDocument/2006/relationships/slide" Target="/ppt/slides/slide4.xml" Id="R1fee35b840314cff" /><Relationship Type="http://schemas.openxmlformats.org/officeDocument/2006/relationships/slide" Target="/ppt/slides/slide5.xml" Id="Re0a64274210f40fe" /><Relationship Type="http://schemas.openxmlformats.org/officeDocument/2006/relationships/slide" Target="/ppt/slides/slide6.xml" Id="R1638ea473f5743b1" /><Relationship Type="http://schemas.openxmlformats.org/officeDocument/2006/relationships/slide" Target="/ppt/slides/slide7.xml" Id="Rf2f7db711d724d08" /><Relationship Type="http://schemas.openxmlformats.org/officeDocument/2006/relationships/slide" Target="/ppt/slides/slide8.xml" Id="Rf6f15ceeb3ef4f4e" /><Relationship Type="http://schemas.openxmlformats.org/officeDocument/2006/relationships/slide" Target="/ppt/slides/slide9.xml" Id="Rba32a33a93a14d8f" /><Relationship Type="http://schemas.openxmlformats.org/officeDocument/2006/relationships/slide" Target="/ppt/slides/slide10.xml" Id="R1025129b8e41495e" /><Relationship Type="http://schemas.openxmlformats.org/officeDocument/2006/relationships/slide" Target="/ppt/slides/slide11.xml" Id="Rb65e25ddfc8341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3689a363a54e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a497a0d95f4c53" /><Relationship Type="http://schemas.openxmlformats.org/officeDocument/2006/relationships/notesMaster" Target="/ppt/notesMasters/notesMaster1.xml" Id="R867f7c13a1364d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b9711db474c6c" /><Relationship Type="http://schemas.openxmlformats.org/officeDocument/2006/relationships/notesMaster" Target="/ppt/notesMasters/notesMaster1.xml" Id="R4c79ed6f46a34a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c4234786db4eff" /><Relationship Type="http://schemas.openxmlformats.org/officeDocument/2006/relationships/notesMaster" Target="/ppt/notesMasters/notesMaster1.xml" Id="R63bea4ad3efc45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f6bee914a9484b" /><Relationship Type="http://schemas.openxmlformats.org/officeDocument/2006/relationships/notesMaster" Target="/ppt/notesMasters/notesMaster1.xml" Id="R411249a15a294c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bef1a469744a38" /><Relationship Type="http://schemas.openxmlformats.org/officeDocument/2006/relationships/notesMaster" Target="/ppt/notesMasters/notesMaster1.xml" Id="Rf3b13aaeb52140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d8c18ed6ce4977" /><Relationship Type="http://schemas.openxmlformats.org/officeDocument/2006/relationships/notesMaster" Target="/ppt/notesMasters/notesMaster1.xml" Id="R75a0caaad45f41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db6f177b7d4041" /><Relationship Type="http://schemas.openxmlformats.org/officeDocument/2006/relationships/notesMaster" Target="/ppt/notesMasters/notesMaster1.xml" Id="R3d358e422c7744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102436f9654936" /><Relationship Type="http://schemas.openxmlformats.org/officeDocument/2006/relationships/notesMaster" Target="/ppt/notesMasters/notesMaster1.xml" Id="Re3937d7f68074e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7f5d7450614137" /><Relationship Type="http://schemas.openxmlformats.org/officeDocument/2006/relationships/notesMaster" Target="/ppt/notesMasters/notesMaster1.xml" Id="R02502bb11ee544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339582f4e14f3a" /><Relationship Type="http://schemas.openxmlformats.org/officeDocument/2006/relationships/notesMaster" Target="/ppt/notesMasters/notesMaster1.xml" Id="R522f9009c4b846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de3d7a78f74df6" /><Relationship Type="http://schemas.openxmlformats.org/officeDocument/2006/relationships/notesMaster" Target="/ppt/notesMasters/notesMaster1.xml" Id="Rea007610e70749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simple promise: food processors need confidence in the volume, timing and evidence of supply. SupplySure connects processor demand to pooled collective commitments and then to the traceable batch record. The current application is a prototype; the collective supply-planning layer is proposed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identifies unreliable supply from farmer collectives as the core challenge for small processors. The deck frames the operational cause as disconnected demand, harvest estimates, and lot evidence; these are product hypotheses to validate with pilot partners, not measured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product insight is a coordination layer rather than another isolated marketplace. Each side needs a common view of expected, confirmed and delivered supply. The visual uses editable shapes to express that chain; the question marks indicate the current hand-offs that the proposed product would connect.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proposed product loop. Processors create demand plans. A collective pools member estimates and confirms quantities. Rules flag a projected gap for review. Once a lot moves, event records link harvest, dispatch and receipt to the batch. Four-to-six-week advance gap alerts are a stated design target in the brief, not a demonstrated performance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differentiator is an evidence-backed commitment: a buyer can distinguish an estimate from a confirmed quantity and see what happened at fulfilment. The listed factors are candidate inputs for an explainable status signal; there is no deployed reliability score or trained supply model today. Pilot data must validate whether these inputs predict fulfilment.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stack reflects the current CompliKart codebase: React and TypeScript on the frontend, Node and Express in the backend, PostgreSQL with pgvector, Redis in the Docker setup, registration and login, product and batch flows, and EPCIS-structured traceability events. The signed-in dashboard still displays illustrative sample records that are not scoped to each account. SupplySure procurement workflows are proposed extensions. EPCIS-shaped serialization is not a claim of GS1 certification or conformance.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candid that there is no supply-forecasting model today. Proposed AI would estimate fill and shortage risk from demand, harvest estimates and past fulfilment. First capture consistent records and establish transparent rules. Train a model only when there is enough suitable pilot data, validate it against actual deliveries and make the reasons visible. A risk flag supports a human procurement decision; it is not a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business model is a hypothesis, not proven revenue. Start with the processor as paying customer because its planning depends on a reliable supply commitment. Give collectives a low-friction path to participate. Explore procurement services only after the core workflow shows repeat use. Validate willingness to pay through a focused pilot before setting prices or claiming market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proposes one ingredient corridor with two processors and two collectives over twelve weeks. It also proposes target improvements of twenty percent in on-time fill and fifteen percent less volume variance, plus readiness and retrieval targets. Treat every number here as a proposed pilot target. Establish the baseline and measurement definitions with partners before the trial; report actual results only after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phases in the brief are proposed execution milestones, not claims of completed work. The existing CompliKart prototype provides a starting point for account access, batch workflows and traceability records. The next build should implement collective commitments and transparent gap rules, then onboard partners and measure actual outcomes. Forecasting comes only after enough consistent history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intended outcome rather than an unsupported claim: more predictable supply and a stronger traceability record. The proposed pilot must show whether processor sourcing becomes more dependable and whether collectives gain a useful record of their commitments and fulfilment. The ask is for judges to evaluate the concept and for partners or mentors to help test the first corridor.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926e8d8b154b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6c764c5b8542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84df4692164f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2d3984954546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77b1f741ac47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b10408b085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900EC7-1EBA-4A30-BA5F-714B53910C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319597-A6C8-4785-8DDE-4C09458CE7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3D6F84-53B7-495C-AC95-5ADE19C573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773328-F64A-4232-B020-CC72CD0B4D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97AF24-CFED-495B-929B-B0362B771C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E5EDC6B-90A2-4917-91A3-3B354DA6F7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F71D80-A2D4-4DAF-B1DB-2E3FF9BF34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121B10-79AF-4EF1-9BD4-1C29F92BA2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D5FF9-17D2-47F0-8F05-5E198A7497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909FD1-2A69-4E7E-BACA-5557F00D5F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618531b0fa4e1d" /><Relationship Type="http://schemas.openxmlformats.org/officeDocument/2006/relationships/slideLayout" Target="/ppt/slideLayouts/slideLayout1.xml" Id="Reeb2ccdcd2674c63" /><Relationship Type="http://schemas.openxmlformats.org/officeDocument/2006/relationships/slideLayout" Target="/ppt/slideLayouts/slideLayout2.xml" Id="Rd22d5db242d94393" /><Relationship Type="http://schemas.openxmlformats.org/officeDocument/2006/relationships/slideLayout" Target="/ppt/slideLayouts/slideLayout3.xml" Id="R7f290fc9f00b4bbd" /><Relationship Type="http://schemas.openxmlformats.org/officeDocument/2006/relationships/slideLayout" Target="/ppt/slideLayouts/slideLayout4.xml" Id="R85f63ee8e82649fe" /><Relationship Type="http://schemas.openxmlformats.org/officeDocument/2006/relationships/slideLayout" Target="/ppt/slideLayouts/slideLayout5.xml" Id="R0ad1bba031e54164" /><Relationship Type="http://schemas.openxmlformats.org/officeDocument/2006/relationships/slideLayout" Target="/ppt/slideLayouts/slideLayout6.xml" Id="R884c7244071344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b2ccdcd2674c63"/>
    <p:sldLayoutId xmlns:r="http://schemas.openxmlformats.org/officeDocument/2006/relationships" id="2147483650" r:id="Rd22d5db242d94393"/>
    <p:sldLayoutId xmlns:r="http://schemas.openxmlformats.org/officeDocument/2006/relationships" id="2147483651" r:id="R7f290fc9f00b4bbd"/>
    <p:sldLayoutId xmlns:r="http://schemas.openxmlformats.org/officeDocument/2006/relationships" id="2147483652" r:id="R85f63ee8e82649fe"/>
    <p:sldLayoutId xmlns:r="http://schemas.openxmlformats.org/officeDocument/2006/relationships" id="2147483653" r:id="R0ad1bba031e54164"/>
    <p:sldLayoutId xmlns:r="http://schemas.openxmlformats.org/officeDocument/2006/relationships" id="2147483654" r:id="R884c7244071344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18a849d92a4055" /><Relationship Type="http://schemas.openxmlformats.org/officeDocument/2006/relationships/notesSlide" Target="/ppt/notesSlides/notesSlide1.xml" Id="R40eb9c94994e4d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2fa1930ba14204" /><Relationship Type="http://schemas.openxmlformats.org/officeDocument/2006/relationships/notesSlide" Target="/ppt/notesSlides/notesSlide2.xml" Id="Rdcc724496f584d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adfa94fb234d1c" /><Relationship Type="http://schemas.openxmlformats.org/officeDocument/2006/relationships/notesSlide" Target="/ppt/notesSlides/notesSlide3.xml" Id="R64e16149bbef4e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4f65b76a6b4bb9" /><Relationship Type="http://schemas.openxmlformats.org/officeDocument/2006/relationships/notesSlide" Target="/ppt/notesSlides/notesSlide4.xml" Id="R75f2e9e54db644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4c4cfb2bc64411" /><Relationship Type="http://schemas.openxmlformats.org/officeDocument/2006/relationships/notesSlide" Target="/ppt/notesSlides/notesSlide5.xml" Id="Rbcdc5304a10047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4ec0173bf74395" /><Relationship Type="http://schemas.openxmlformats.org/officeDocument/2006/relationships/notesSlide" Target="/ppt/notesSlides/notesSlide6.xml" Id="R5e3f5f6c92d049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cbc27f6fc74114" /><Relationship Type="http://schemas.openxmlformats.org/officeDocument/2006/relationships/notesSlide" Target="/ppt/notesSlides/notesSlide7.xml" Id="R6c553de8b9aa4e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9154c1ed8a46e5" /><Relationship Type="http://schemas.openxmlformats.org/officeDocument/2006/relationships/notesSlide" Target="/ppt/notesSlides/notesSlide8.xml" Id="R9f1e48eacd624b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8b72050ee6a4f4f" /><Relationship Type="http://schemas.openxmlformats.org/officeDocument/2006/relationships/notesSlide" Target="/ppt/notesSlides/notesSlide9.xml" Id="R7d5a96c260064d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de2fee1962477e" /><Relationship Type="http://schemas.openxmlformats.org/officeDocument/2006/relationships/notesSlide" Target="/ppt/notesSlides/notesSlide10.xml" Id="R2a8be618acea44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3dfb9590674717" /><Relationship Type="http://schemas.openxmlformats.org/officeDocument/2006/relationships/notesSlide" Target="/ppt/notesSlides/notesSlide11.xml" Id="R687b84860d6249a7" /></Relationships>
</file>

<file path=ppt/slides/slide1.xml><?xml version="1.0" encoding="utf-8"?>
<p:sld xmlns:p="http://schemas.openxmlformats.org/presentationml/2006/main">
  <p:cSld>
    <p:bg>
      <p:bgPr>
        <a:solidFill xmlns:a="http://schemas.openxmlformats.org/drawingml/2006/main">
          <a:srgbClr val="163E2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A91284-94AD-4ED6-AAF7-BC266D32E1C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9E36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311F7E-1D13-47C9-9474-6B63C6AF49E4}"/>
              </a:ext>
            </a:extLst>
          </p:cNvPr>
          <p:cNvSpPr>
            <a:spLocks xmlns:a="http://schemas.openxmlformats.org/drawingml/2006/main" noGrp="1"/>
          </p:cNvSpPr>
          <p:nvPr/>
        </p:nvSpPr>
        <p:spPr>
          <a:xfrm xmlns:a="http://schemas.openxmlformats.org/drawingml/2006/main">
            <a:off x="666750" y="4953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i="0">
                <a:solidFill>
                  <a:srgbClr val="C9E36B"/>
                </a:solidFill>
              </a:defRPr>
            </a:defPPr>
            <a:lvl1pPr algn="l">
              <a:defRPr sz="1275" b="1" i="0">
                <a:solidFill>
                  <a:srgbClr val="C9E36B"/>
                </a:solidFill>
              </a:defRPr>
            </a:lvl1pPr>
            <a:lvl2pPr algn="l">
              <a:defRPr sz="1275" b="1" i="0">
                <a:solidFill>
                  <a:srgbClr val="C9E36B"/>
                </a:solidFill>
              </a:defRPr>
            </a:lvl2pPr>
            <a:lvl3pPr algn="l">
              <a:defRPr sz="1275" b="1" i="0">
                <a:solidFill>
                  <a:srgbClr val="C9E36B"/>
                </a:solidFill>
              </a:defRPr>
            </a:lvl3pPr>
            <a:lvl4pPr algn="l">
              <a:defRPr sz="1275" b="1" i="0">
                <a:solidFill>
                  <a:srgbClr val="C9E36B"/>
                </a:solidFill>
              </a:defRPr>
            </a:lvl4pPr>
            <a:lvl5pPr algn="l">
              <a:defRPr sz="1275" b="1" i="0">
                <a:solidFill>
                  <a:srgbClr val="C9E36B"/>
                </a:solidFill>
              </a:defRPr>
            </a:lvl5pPr>
            <a:lvl6pPr algn="l">
              <a:defRPr sz="1275" b="1" i="0">
                <a:solidFill>
                  <a:srgbClr val="C9E36B"/>
                </a:solidFill>
              </a:defRPr>
            </a:lvl6pPr>
            <a:lvl7pPr algn="l">
              <a:defRPr sz="1275" b="1" i="0">
                <a:solidFill>
                  <a:srgbClr val="C9E36B"/>
                </a:solidFill>
              </a:defRPr>
            </a:lvl7pPr>
            <a:lvl8pPr algn="l">
              <a:defRPr sz="1275" b="1" i="0">
                <a:solidFill>
                  <a:srgbClr val="C9E36B"/>
                </a:solidFill>
              </a:defRPr>
            </a:lvl8pPr>
            <a:lvl9pPr algn="l">
              <a:defRPr sz="1275" b="1" i="0">
                <a:solidFill>
                  <a:srgbClr val="C9E36B"/>
                </a:solidFill>
              </a:defRPr>
            </a:lvl9pPr>
          </a:lstStyle>
          <a:p xmlns:a="http://schemas.openxmlformats.org/drawingml/2006/main">
            <a:pPr algn="l">
              <a:defRPr sz="1275" b="1" i="0">
                <a:solidFill>
                  <a:srgbClr val="C9E36B"/>
                </a:solidFill>
              </a:defRPr>
            </a:pPr>
            <a:r>
              <a:rPr sz="1275" b="1" i="0">
                <a:solidFill>
                  <a:srgbClr val="C9E36B"/>
                </a:solidFill>
              </a:rPr>
              <a:t>COMPLIKART</a:t>
            </a:r>
          </a:p>
        </p:txBody>
      </p:sp>
      <p:sp>
        <p:nvSpPr>
          <p:cNvPr id="3" name="">
            <a:extLst xmlns:a="http://schemas.openxmlformats.org/drawingml/2006/main">
              <a:ext uri="{FF2B5EF4-FFF2-40B4-BE49-F238E27FC236}">
                <a16:creationId xmlns:a16="http://schemas.microsoft.com/office/drawing/2014/main" id="{F18DAE69-F4A3-471F-875D-C1A692D76824}"/>
              </a:ext>
            </a:extLst>
          </p:cNvPr>
          <p:cNvSpPr>
            <a:spLocks xmlns:a="http://schemas.openxmlformats.org/drawingml/2006/main" noGrp="1"/>
          </p:cNvSpPr>
          <p:nvPr/>
        </p:nvSpPr>
        <p:spPr>
          <a:xfrm xmlns:a="http://schemas.openxmlformats.org/drawingml/2006/main">
            <a:off x="628650" y="1190625"/>
            <a:ext cx="72390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8100" b="1" i="0">
                <a:solidFill>
                  <a:srgbClr val="F5F1E7"/>
                </a:solidFill>
              </a:defRPr>
            </a:defPPr>
            <a:lvl1pPr algn="l">
              <a:defRPr sz="8100" b="1" i="0">
                <a:solidFill>
                  <a:srgbClr val="F5F1E7"/>
                </a:solidFill>
              </a:defRPr>
            </a:lvl1pPr>
            <a:lvl2pPr algn="l">
              <a:defRPr sz="8100" b="1" i="0">
                <a:solidFill>
                  <a:srgbClr val="F5F1E7"/>
                </a:solidFill>
              </a:defRPr>
            </a:lvl2pPr>
            <a:lvl3pPr algn="l">
              <a:defRPr sz="8100" b="1" i="0">
                <a:solidFill>
                  <a:srgbClr val="F5F1E7"/>
                </a:solidFill>
              </a:defRPr>
            </a:lvl3pPr>
            <a:lvl4pPr algn="l">
              <a:defRPr sz="8100" b="1" i="0">
                <a:solidFill>
                  <a:srgbClr val="F5F1E7"/>
                </a:solidFill>
              </a:defRPr>
            </a:lvl4pPr>
            <a:lvl5pPr algn="l">
              <a:defRPr sz="8100" b="1" i="0">
                <a:solidFill>
                  <a:srgbClr val="F5F1E7"/>
                </a:solidFill>
              </a:defRPr>
            </a:lvl5pPr>
            <a:lvl6pPr algn="l">
              <a:defRPr sz="8100" b="1" i="0">
                <a:solidFill>
                  <a:srgbClr val="F5F1E7"/>
                </a:solidFill>
              </a:defRPr>
            </a:lvl6pPr>
            <a:lvl7pPr algn="l">
              <a:defRPr sz="8100" b="1" i="0">
                <a:solidFill>
                  <a:srgbClr val="F5F1E7"/>
                </a:solidFill>
              </a:defRPr>
            </a:lvl7pPr>
            <a:lvl8pPr algn="l">
              <a:defRPr sz="8100" b="1" i="0">
                <a:solidFill>
                  <a:srgbClr val="F5F1E7"/>
                </a:solidFill>
              </a:defRPr>
            </a:lvl8pPr>
            <a:lvl9pPr algn="l">
              <a:defRPr sz="8100" b="1" i="0">
                <a:solidFill>
                  <a:srgbClr val="F5F1E7"/>
                </a:solidFill>
              </a:defRPr>
            </a:lvl9pPr>
          </a:lstStyle>
          <a:p xmlns:a="http://schemas.openxmlformats.org/drawingml/2006/main">
            <a:pPr algn="l">
              <a:lnSpc>
                <a:spcPct val="84000"/>
              </a:lnSpc>
              <a:buNone/>
              <a:defRPr sz="8100" b="1" i="0">
                <a:solidFill>
                  <a:srgbClr val="F5F1E7"/>
                </a:solidFill>
              </a:defRPr>
            </a:pPr>
            <a:r>
              <a:rPr sz="8100" b="1" i="0">
                <a:solidFill>
                  <a:srgbClr val="F5F1E7"/>
                </a:solidFill>
              </a:rPr>
              <a:t>SUPPLY</a:t>
            </a:r>
          </a:p>
          <a:p xmlns:a="http://schemas.openxmlformats.org/drawingml/2006/main">
            <a:pPr algn="l">
              <a:lnSpc>
                <a:spcPct val="84000"/>
              </a:lnSpc>
              <a:buNone/>
              <a:defRPr sz="8100" b="1" i="0">
                <a:solidFill>
                  <a:srgbClr val="F5F1E7"/>
                </a:solidFill>
              </a:defRPr>
            </a:pPr>
            <a:r>
              <a:rPr sz="8100" b="1" i="0">
                <a:solidFill>
                  <a:srgbClr val="F5F1E7"/>
                </a:solidFill>
              </a:rPr>
              <a:t>SURE</a:t>
            </a:r>
          </a:p>
        </p:txBody>
      </p:sp>
      <p:sp>
        <p:nvSpPr>
          <p:cNvPr id="4" name="">
            <a:extLst xmlns:a="http://schemas.openxmlformats.org/drawingml/2006/main">
              <a:ext uri="{FF2B5EF4-FFF2-40B4-BE49-F238E27FC236}">
                <a16:creationId xmlns:a16="http://schemas.microsoft.com/office/drawing/2014/main" id="{6B18971A-EEDE-44B4-845B-9DBD8DDDEF7B}"/>
              </a:ext>
            </a:extLst>
          </p:cNvPr>
          <p:cNvSpPr>
            <a:spLocks xmlns:a="http://schemas.openxmlformats.org/drawingml/2006/main" noGrp="1"/>
          </p:cNvSpPr>
          <p:nvPr/>
        </p:nvSpPr>
        <p:spPr>
          <a:xfrm xmlns:a="http://schemas.openxmlformats.org/drawingml/2006/main">
            <a:off x="723900" y="4000500"/>
            <a:ext cx="6000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1" i="0">
                <a:solidFill>
                  <a:srgbClr val="FFFFFF"/>
                </a:solidFill>
              </a:defRPr>
            </a:defPPr>
            <a:lvl1pPr algn="l">
              <a:defRPr sz="2325" b="1" i="0">
                <a:solidFill>
                  <a:srgbClr val="FFFFFF"/>
                </a:solidFill>
              </a:defRPr>
            </a:lvl1pPr>
            <a:lvl2pPr algn="l">
              <a:defRPr sz="2325" b="1" i="0">
                <a:solidFill>
                  <a:srgbClr val="FFFFFF"/>
                </a:solidFill>
              </a:defRPr>
            </a:lvl2pPr>
            <a:lvl3pPr algn="l">
              <a:defRPr sz="2325" b="1" i="0">
                <a:solidFill>
                  <a:srgbClr val="FFFFFF"/>
                </a:solidFill>
              </a:defRPr>
            </a:lvl3pPr>
            <a:lvl4pPr algn="l">
              <a:defRPr sz="2325" b="1" i="0">
                <a:solidFill>
                  <a:srgbClr val="FFFFFF"/>
                </a:solidFill>
              </a:defRPr>
            </a:lvl4pPr>
            <a:lvl5pPr algn="l">
              <a:defRPr sz="2325" b="1" i="0">
                <a:solidFill>
                  <a:srgbClr val="FFFFFF"/>
                </a:solidFill>
              </a:defRPr>
            </a:lvl5pPr>
            <a:lvl6pPr algn="l">
              <a:defRPr sz="2325" b="1" i="0">
                <a:solidFill>
                  <a:srgbClr val="FFFFFF"/>
                </a:solidFill>
              </a:defRPr>
            </a:lvl6pPr>
            <a:lvl7pPr algn="l">
              <a:defRPr sz="2325" b="1" i="0">
                <a:solidFill>
                  <a:srgbClr val="FFFFFF"/>
                </a:solidFill>
              </a:defRPr>
            </a:lvl7pPr>
            <a:lvl8pPr algn="l">
              <a:defRPr sz="2325" b="1" i="0">
                <a:solidFill>
                  <a:srgbClr val="FFFFFF"/>
                </a:solidFill>
              </a:defRPr>
            </a:lvl8pPr>
            <a:lvl9pPr algn="l">
              <a:defRPr sz="2325" b="1" i="0">
                <a:solidFill>
                  <a:srgbClr val="FFFFFF"/>
                </a:solidFill>
              </a:defRPr>
            </a:lvl9pPr>
          </a:lstStyle>
          <a:p xmlns:a="http://schemas.openxmlformats.org/drawingml/2006/main">
            <a:pPr algn="l">
              <a:defRPr sz="2325" b="1" i="0">
                <a:solidFill>
                  <a:srgbClr val="FFFFFF"/>
                </a:solidFill>
              </a:defRPr>
            </a:pPr>
            <a:r>
              <a:rPr sz="2325" b="1" i="0">
                <a:solidFill>
                  <a:srgbClr val="FFFFFF"/>
                </a:solidFill>
              </a:rPr>
              <a:t>Turning pooled supply promises</a:t>
            </a:r>
          </a:p>
          <a:p xmlns:a="http://schemas.openxmlformats.org/drawingml/2006/main">
            <a:pPr algn="l">
              <a:defRPr sz="2325" b="1" i="0">
                <a:solidFill>
                  <a:srgbClr val="FFFFFF"/>
                </a:solidFill>
              </a:defRPr>
            </a:pPr>
            <a:r>
              <a:rPr sz="2325" b="1" i="0">
                <a:solidFill>
                  <a:srgbClr val="FFFFFF"/>
                </a:solidFill>
              </a:rPr>
              <a:t>into traceable proof</a:t>
            </a:r>
          </a:p>
        </p:txBody>
      </p:sp>
      <p:sp>
        <p:nvSpPr>
          <p:cNvPr id="5" name="">
            <a:extLst xmlns:a="http://schemas.openxmlformats.org/drawingml/2006/main">
              <a:ext uri="{FF2B5EF4-FFF2-40B4-BE49-F238E27FC236}">
                <a16:creationId xmlns:a16="http://schemas.microsoft.com/office/drawing/2014/main" id="{909B3383-A4E1-4610-BF9D-E86B2B95F4B1}"/>
              </a:ext>
            </a:extLst>
          </p:cNvPr>
          <p:cNvSpPr>
            <a:spLocks xmlns:a="http://schemas.openxmlformats.org/drawingml/2006/main" noGrp="1"/>
          </p:cNvSpPr>
          <p:nvPr/>
        </p:nvSpPr>
        <p:spPr>
          <a:xfrm xmlns:a="http://schemas.openxmlformats.org/drawingml/2006/main">
            <a:off x="723900" y="5286375"/>
            <a:ext cx="5143500" cy="19050"/>
          </a:xfrm>
          <a:prstGeom xmlns:a="http://schemas.openxmlformats.org/drawingml/2006/main" prst="rect">
            <a:avLst/>
          </a:prstGeom>
          <a:solidFill xmlns:a="http://schemas.openxmlformats.org/drawingml/2006/main">
            <a:srgbClr val="52715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FA4D65-8CDD-477C-990F-D45DF1BAA874}"/>
              </a:ext>
            </a:extLst>
          </p:cNvPr>
          <p:cNvSpPr>
            <a:spLocks xmlns:a="http://schemas.openxmlformats.org/drawingml/2006/main" noGrp="1"/>
          </p:cNvSpPr>
          <p:nvPr/>
        </p:nvSpPr>
        <p:spPr>
          <a:xfrm xmlns:a="http://schemas.openxmlformats.org/drawingml/2006/main">
            <a:off x="723900" y="547687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D8E6D2"/>
                </a:solidFill>
              </a:defRPr>
            </a:defPPr>
            <a:lvl1pPr algn="l">
              <a:defRPr sz="1500" b="0" i="0">
                <a:solidFill>
                  <a:srgbClr val="D8E6D2"/>
                </a:solidFill>
              </a:defRPr>
            </a:lvl1pPr>
            <a:lvl2pPr algn="l">
              <a:defRPr sz="1500" b="0" i="0">
                <a:solidFill>
                  <a:srgbClr val="D8E6D2"/>
                </a:solidFill>
              </a:defRPr>
            </a:lvl2pPr>
            <a:lvl3pPr algn="l">
              <a:defRPr sz="1500" b="0" i="0">
                <a:solidFill>
                  <a:srgbClr val="D8E6D2"/>
                </a:solidFill>
              </a:defRPr>
            </a:lvl3pPr>
            <a:lvl4pPr algn="l">
              <a:defRPr sz="1500" b="0" i="0">
                <a:solidFill>
                  <a:srgbClr val="D8E6D2"/>
                </a:solidFill>
              </a:defRPr>
            </a:lvl4pPr>
            <a:lvl5pPr algn="l">
              <a:defRPr sz="1500" b="0" i="0">
                <a:solidFill>
                  <a:srgbClr val="D8E6D2"/>
                </a:solidFill>
              </a:defRPr>
            </a:lvl5pPr>
            <a:lvl6pPr algn="l">
              <a:defRPr sz="1500" b="0" i="0">
                <a:solidFill>
                  <a:srgbClr val="D8E6D2"/>
                </a:solidFill>
              </a:defRPr>
            </a:lvl6pPr>
            <a:lvl7pPr algn="l">
              <a:defRPr sz="1500" b="0" i="0">
                <a:solidFill>
                  <a:srgbClr val="D8E6D2"/>
                </a:solidFill>
              </a:defRPr>
            </a:lvl7pPr>
            <a:lvl8pPr algn="l">
              <a:defRPr sz="1500" b="0" i="0">
                <a:solidFill>
                  <a:srgbClr val="D8E6D2"/>
                </a:solidFill>
              </a:defRPr>
            </a:lvl8pPr>
            <a:lvl9pPr algn="l">
              <a:defRPr sz="1500" b="0" i="0">
                <a:solidFill>
                  <a:srgbClr val="D8E6D2"/>
                </a:solidFill>
              </a:defRPr>
            </a:lvl9pPr>
          </a:lstStyle>
          <a:p xmlns:a="http://schemas.openxmlformats.org/drawingml/2006/main">
            <a:pPr algn="l">
              <a:defRPr sz="1500" b="0" i="0">
                <a:solidFill>
                  <a:srgbClr val="D8E6D2"/>
                </a:solidFill>
              </a:defRPr>
            </a:pPr>
            <a:r>
              <a:rPr sz="1500" b="0" i="0">
                <a:solidFill>
                  <a:srgbClr val="D8E6D2"/>
                </a:solidFill>
              </a:rPr>
              <a:t>AI-powered compliance &amp; traceability</a:t>
            </a:r>
          </a:p>
          <a:p xmlns:a="http://schemas.openxmlformats.org/drawingml/2006/main">
            <a:pPr algn="l">
              <a:defRPr sz="1500" b="0" i="0">
                <a:solidFill>
                  <a:srgbClr val="D8E6D2"/>
                </a:solidFill>
              </a:defRPr>
            </a:pPr>
            <a:r>
              <a:rPr sz="1500" b="0" i="0">
                <a:solidFill>
                  <a:srgbClr val="D8E6D2"/>
                </a:solidFill>
              </a:rPr>
              <a:t>for micro food entrepreneurs</a:t>
            </a:r>
          </a:p>
        </p:txBody>
      </p:sp>
      <p:sp>
        <p:nvSpPr>
          <p:cNvPr id="7" name="">
            <a:extLst xmlns:a="http://schemas.openxmlformats.org/drawingml/2006/main">
              <a:ext uri="{FF2B5EF4-FFF2-40B4-BE49-F238E27FC236}">
                <a16:creationId xmlns:a16="http://schemas.microsoft.com/office/drawing/2014/main" id="{881749E5-9DE1-4A05-A187-2FBBF0E6DF51}"/>
              </a:ext>
            </a:extLst>
          </p:cNvPr>
          <p:cNvSpPr>
            <a:spLocks xmlns:a="http://schemas.openxmlformats.org/drawingml/2006/main" noGrp="1"/>
          </p:cNvSpPr>
          <p:nvPr/>
        </p:nvSpPr>
        <p:spPr>
          <a:xfrm xmlns:a="http://schemas.openxmlformats.org/drawingml/2006/main">
            <a:off x="723900" y="630555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l">
              <a:defRPr sz="975" b="1" i="0">
                <a:solidFill>
                  <a:srgbClr val="C9E36B"/>
                </a:solidFill>
              </a:defRPr>
            </a:defPPr>
            <a:lvl1pPr algn="l">
              <a:defRPr sz="975" b="1" i="0">
                <a:solidFill>
                  <a:srgbClr val="C9E36B"/>
                </a:solidFill>
              </a:defRPr>
            </a:lvl1pPr>
            <a:lvl2pPr algn="l">
              <a:defRPr sz="975" b="1" i="0">
                <a:solidFill>
                  <a:srgbClr val="C9E36B"/>
                </a:solidFill>
              </a:defRPr>
            </a:lvl2pPr>
            <a:lvl3pPr algn="l">
              <a:defRPr sz="975" b="1" i="0">
                <a:solidFill>
                  <a:srgbClr val="C9E36B"/>
                </a:solidFill>
              </a:defRPr>
            </a:lvl3pPr>
            <a:lvl4pPr algn="l">
              <a:defRPr sz="975" b="1" i="0">
                <a:solidFill>
                  <a:srgbClr val="C9E36B"/>
                </a:solidFill>
              </a:defRPr>
            </a:lvl4pPr>
            <a:lvl5pPr algn="l">
              <a:defRPr sz="975" b="1" i="0">
                <a:solidFill>
                  <a:srgbClr val="C9E36B"/>
                </a:solidFill>
              </a:defRPr>
            </a:lvl5pPr>
            <a:lvl6pPr algn="l">
              <a:defRPr sz="975" b="1" i="0">
                <a:solidFill>
                  <a:srgbClr val="C9E36B"/>
                </a:solidFill>
              </a:defRPr>
            </a:lvl6pPr>
            <a:lvl7pPr algn="l">
              <a:defRPr sz="975" b="1" i="0">
                <a:solidFill>
                  <a:srgbClr val="C9E36B"/>
                </a:solidFill>
              </a:defRPr>
            </a:lvl7pPr>
            <a:lvl8pPr algn="l">
              <a:defRPr sz="975" b="1" i="0">
                <a:solidFill>
                  <a:srgbClr val="C9E36B"/>
                </a:solidFill>
              </a:defRPr>
            </a:lvl8pPr>
            <a:lvl9pPr algn="l">
              <a:defRPr sz="975" b="1" i="0">
                <a:solidFill>
                  <a:srgbClr val="C9E36B"/>
                </a:solidFill>
              </a:defRPr>
            </a:lvl9pPr>
          </a:lstStyle>
          <a:p xmlns:a="http://schemas.openxmlformats.org/drawingml/2006/main">
            <a:pPr algn="l">
              <a:defRPr sz="975" b="1" i="0">
                <a:solidFill>
                  <a:srgbClr val="C9E36B"/>
                </a:solidFill>
              </a:defRPr>
            </a:pPr>
            <a:r>
              <a:rPr sz="975" b="1" i="0">
                <a:solidFill>
                  <a:srgbClr val="C9E36B"/>
                </a:solidFill>
              </a:rPr>
              <a:t>HACKATHON TRACK  /  AGRICULTURE &amp; FOOD PROCESSING</a:t>
            </a:r>
          </a:p>
        </p:txBody>
      </p:sp>
      <p:sp>
        <p:nvSpPr>
          <p:cNvPr id="8" name="">
            <a:extLst xmlns:a="http://schemas.openxmlformats.org/drawingml/2006/main">
              <a:ext uri="{FF2B5EF4-FFF2-40B4-BE49-F238E27FC236}">
                <a16:creationId xmlns:a16="http://schemas.microsoft.com/office/drawing/2014/main" id="{93726672-9EAD-4FBE-9C18-A73FF6EE220B}"/>
              </a:ext>
            </a:extLst>
          </p:cNvPr>
          <p:cNvSpPr>
            <a:spLocks xmlns:a="http://schemas.openxmlformats.org/drawingml/2006/main" noGrp="1"/>
          </p:cNvSpPr>
          <p:nvPr/>
        </p:nvSpPr>
        <p:spPr>
          <a:xfrm xmlns:a="http://schemas.openxmlformats.org/drawingml/2006/main">
            <a:off x="8096250" y="1714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i="0">
                <a:solidFill>
                  <a:srgbClr val="D8E6D2"/>
                </a:solidFill>
              </a:defRPr>
            </a:defPPr>
            <a:lvl1pPr algn="l">
              <a:defRPr sz="1200" b="1" i="0">
                <a:solidFill>
                  <a:srgbClr val="D8E6D2"/>
                </a:solidFill>
              </a:defRPr>
            </a:lvl1pPr>
            <a:lvl2pPr algn="l">
              <a:defRPr sz="1200" b="1" i="0">
                <a:solidFill>
                  <a:srgbClr val="D8E6D2"/>
                </a:solidFill>
              </a:defRPr>
            </a:lvl2pPr>
            <a:lvl3pPr algn="l">
              <a:defRPr sz="1200" b="1" i="0">
                <a:solidFill>
                  <a:srgbClr val="D8E6D2"/>
                </a:solidFill>
              </a:defRPr>
            </a:lvl3pPr>
            <a:lvl4pPr algn="l">
              <a:defRPr sz="1200" b="1" i="0">
                <a:solidFill>
                  <a:srgbClr val="D8E6D2"/>
                </a:solidFill>
              </a:defRPr>
            </a:lvl4pPr>
            <a:lvl5pPr algn="l">
              <a:defRPr sz="1200" b="1" i="0">
                <a:solidFill>
                  <a:srgbClr val="D8E6D2"/>
                </a:solidFill>
              </a:defRPr>
            </a:lvl5pPr>
            <a:lvl6pPr algn="l">
              <a:defRPr sz="1200" b="1" i="0">
                <a:solidFill>
                  <a:srgbClr val="D8E6D2"/>
                </a:solidFill>
              </a:defRPr>
            </a:lvl6pPr>
            <a:lvl7pPr algn="l">
              <a:defRPr sz="1200" b="1" i="0">
                <a:solidFill>
                  <a:srgbClr val="D8E6D2"/>
                </a:solidFill>
              </a:defRPr>
            </a:lvl7pPr>
            <a:lvl8pPr algn="l">
              <a:defRPr sz="1200" b="1" i="0">
                <a:solidFill>
                  <a:srgbClr val="D8E6D2"/>
                </a:solidFill>
              </a:defRPr>
            </a:lvl8pPr>
            <a:lvl9pPr algn="l">
              <a:defRPr sz="1200" b="1" i="0">
                <a:solidFill>
                  <a:srgbClr val="D8E6D2"/>
                </a:solidFill>
              </a:defRPr>
            </a:lvl9pPr>
          </a:lstStyle>
          <a:p xmlns:a="http://schemas.openxmlformats.org/drawingml/2006/main">
            <a:pPr algn="l">
              <a:defRPr sz="1200" b="1" i="0">
                <a:solidFill>
                  <a:srgbClr val="D8E6D2"/>
                </a:solidFill>
              </a:defRPr>
            </a:pPr>
            <a:r>
              <a:rPr sz="1200" b="1" i="0">
                <a:solidFill>
                  <a:srgbClr val="D8E6D2"/>
                </a:solidFill>
              </a:rPr>
              <a:t>DEMAND</a:t>
            </a:r>
          </a:p>
        </p:txBody>
      </p:sp>
      <p:sp>
        <p:nvSpPr>
          <p:cNvPr id="9" name="">
            <a:extLst xmlns:a="http://schemas.openxmlformats.org/drawingml/2006/main">
              <a:ext uri="{FF2B5EF4-FFF2-40B4-BE49-F238E27FC236}">
                <a16:creationId xmlns:a16="http://schemas.microsoft.com/office/drawing/2014/main" id="{DC326C3C-F45C-4665-86F5-09E781D120AE}"/>
              </a:ext>
            </a:extLst>
          </p:cNvPr>
          <p:cNvSpPr>
            <a:spLocks xmlns:a="http://schemas.openxmlformats.org/drawingml/2006/main" noGrp="1"/>
          </p:cNvSpPr>
          <p:nvPr/>
        </p:nvSpPr>
        <p:spPr>
          <a:xfrm xmlns:a="http://schemas.openxmlformats.org/drawingml/2006/main">
            <a:off x="8096250" y="2714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i="0">
                <a:solidFill>
                  <a:srgbClr val="D8E6D2"/>
                </a:solidFill>
              </a:defRPr>
            </a:defPPr>
            <a:lvl1pPr algn="l">
              <a:defRPr sz="1200" b="1" i="0">
                <a:solidFill>
                  <a:srgbClr val="D8E6D2"/>
                </a:solidFill>
              </a:defRPr>
            </a:lvl1pPr>
            <a:lvl2pPr algn="l">
              <a:defRPr sz="1200" b="1" i="0">
                <a:solidFill>
                  <a:srgbClr val="D8E6D2"/>
                </a:solidFill>
              </a:defRPr>
            </a:lvl2pPr>
            <a:lvl3pPr algn="l">
              <a:defRPr sz="1200" b="1" i="0">
                <a:solidFill>
                  <a:srgbClr val="D8E6D2"/>
                </a:solidFill>
              </a:defRPr>
            </a:lvl3pPr>
            <a:lvl4pPr algn="l">
              <a:defRPr sz="1200" b="1" i="0">
                <a:solidFill>
                  <a:srgbClr val="D8E6D2"/>
                </a:solidFill>
              </a:defRPr>
            </a:lvl4pPr>
            <a:lvl5pPr algn="l">
              <a:defRPr sz="1200" b="1" i="0">
                <a:solidFill>
                  <a:srgbClr val="D8E6D2"/>
                </a:solidFill>
              </a:defRPr>
            </a:lvl5pPr>
            <a:lvl6pPr algn="l">
              <a:defRPr sz="1200" b="1" i="0">
                <a:solidFill>
                  <a:srgbClr val="D8E6D2"/>
                </a:solidFill>
              </a:defRPr>
            </a:lvl6pPr>
            <a:lvl7pPr algn="l">
              <a:defRPr sz="1200" b="1" i="0">
                <a:solidFill>
                  <a:srgbClr val="D8E6D2"/>
                </a:solidFill>
              </a:defRPr>
            </a:lvl7pPr>
            <a:lvl8pPr algn="l">
              <a:defRPr sz="1200" b="1" i="0">
                <a:solidFill>
                  <a:srgbClr val="D8E6D2"/>
                </a:solidFill>
              </a:defRPr>
            </a:lvl8pPr>
            <a:lvl9pPr algn="l">
              <a:defRPr sz="1200" b="1" i="0">
                <a:solidFill>
                  <a:srgbClr val="D8E6D2"/>
                </a:solidFill>
              </a:defRPr>
            </a:lvl9pPr>
          </a:lstStyle>
          <a:p xmlns:a="http://schemas.openxmlformats.org/drawingml/2006/main">
            <a:pPr algn="l">
              <a:defRPr sz="1200" b="1" i="0">
                <a:solidFill>
                  <a:srgbClr val="D8E6D2"/>
                </a:solidFill>
              </a:defRPr>
            </a:pPr>
            <a:r>
              <a:rPr sz="1200" b="1" i="0">
                <a:solidFill>
                  <a:srgbClr val="D8E6D2"/>
                </a:solidFill>
              </a:rPr>
              <a:t>POOL</a:t>
            </a:r>
          </a:p>
        </p:txBody>
      </p:sp>
      <p:sp>
        <p:nvSpPr>
          <p:cNvPr id="10" name="">
            <a:extLst xmlns:a="http://schemas.openxmlformats.org/drawingml/2006/main">
              <a:ext uri="{FF2B5EF4-FFF2-40B4-BE49-F238E27FC236}">
                <a16:creationId xmlns:a16="http://schemas.microsoft.com/office/drawing/2014/main" id="{84D93B18-96D2-4519-94F1-DAF81F221845}"/>
              </a:ext>
            </a:extLst>
          </p:cNvPr>
          <p:cNvSpPr>
            <a:spLocks xmlns:a="http://schemas.openxmlformats.org/drawingml/2006/main" noGrp="1"/>
          </p:cNvSpPr>
          <p:nvPr/>
        </p:nvSpPr>
        <p:spPr>
          <a:xfrm xmlns:a="http://schemas.openxmlformats.org/drawingml/2006/main">
            <a:off x="8096250" y="37147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i="0">
                <a:solidFill>
                  <a:srgbClr val="D8E6D2"/>
                </a:solidFill>
              </a:defRPr>
            </a:defPPr>
            <a:lvl1pPr algn="l">
              <a:defRPr sz="1200" b="1" i="0">
                <a:solidFill>
                  <a:srgbClr val="D8E6D2"/>
                </a:solidFill>
              </a:defRPr>
            </a:lvl1pPr>
            <a:lvl2pPr algn="l">
              <a:defRPr sz="1200" b="1" i="0">
                <a:solidFill>
                  <a:srgbClr val="D8E6D2"/>
                </a:solidFill>
              </a:defRPr>
            </a:lvl2pPr>
            <a:lvl3pPr algn="l">
              <a:defRPr sz="1200" b="1" i="0">
                <a:solidFill>
                  <a:srgbClr val="D8E6D2"/>
                </a:solidFill>
              </a:defRPr>
            </a:lvl3pPr>
            <a:lvl4pPr algn="l">
              <a:defRPr sz="1200" b="1" i="0">
                <a:solidFill>
                  <a:srgbClr val="D8E6D2"/>
                </a:solidFill>
              </a:defRPr>
            </a:lvl4pPr>
            <a:lvl5pPr algn="l">
              <a:defRPr sz="1200" b="1" i="0">
                <a:solidFill>
                  <a:srgbClr val="D8E6D2"/>
                </a:solidFill>
              </a:defRPr>
            </a:lvl5pPr>
            <a:lvl6pPr algn="l">
              <a:defRPr sz="1200" b="1" i="0">
                <a:solidFill>
                  <a:srgbClr val="D8E6D2"/>
                </a:solidFill>
              </a:defRPr>
            </a:lvl6pPr>
            <a:lvl7pPr algn="l">
              <a:defRPr sz="1200" b="1" i="0">
                <a:solidFill>
                  <a:srgbClr val="D8E6D2"/>
                </a:solidFill>
              </a:defRPr>
            </a:lvl7pPr>
            <a:lvl8pPr algn="l">
              <a:defRPr sz="1200" b="1" i="0">
                <a:solidFill>
                  <a:srgbClr val="D8E6D2"/>
                </a:solidFill>
              </a:defRPr>
            </a:lvl8pPr>
            <a:lvl9pPr algn="l">
              <a:defRPr sz="1200" b="1" i="0">
                <a:solidFill>
                  <a:srgbClr val="D8E6D2"/>
                </a:solidFill>
              </a:defRPr>
            </a:lvl9pPr>
          </a:lstStyle>
          <a:p xmlns:a="http://schemas.openxmlformats.org/drawingml/2006/main">
            <a:pPr algn="l">
              <a:defRPr sz="1200" b="1" i="0">
                <a:solidFill>
                  <a:srgbClr val="D8E6D2"/>
                </a:solidFill>
              </a:defRPr>
            </a:pPr>
            <a:r>
              <a:rPr sz="1200" b="1" i="0">
                <a:solidFill>
                  <a:srgbClr val="D8E6D2"/>
                </a:solidFill>
              </a:rPr>
              <a:t>PROVE</a:t>
            </a:r>
          </a:p>
        </p:txBody>
      </p:sp>
      <p:sp>
        <p:nvSpPr>
          <p:cNvPr id="11" name="">
            <a:extLst xmlns:a="http://schemas.openxmlformats.org/drawingml/2006/main">
              <a:ext uri="{FF2B5EF4-FFF2-40B4-BE49-F238E27FC236}">
                <a16:creationId xmlns:a16="http://schemas.microsoft.com/office/drawing/2014/main" id="{11BB6227-58A9-43A0-85CE-40391BE5B80A}"/>
              </a:ext>
            </a:extLst>
          </p:cNvPr>
          <p:cNvSpPr>
            <a:spLocks xmlns:a="http://schemas.openxmlformats.org/drawingml/2006/main" noGrp="1"/>
          </p:cNvSpPr>
          <p:nvPr/>
        </p:nvSpPr>
        <p:spPr>
          <a:xfrm xmlns:a="http://schemas.openxmlformats.org/drawingml/2006/main">
            <a:off x="8181975" y="2076450"/>
            <a:ext cx="28575" cy="6000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E16377-CAD0-4549-8F56-06567CA31ED3}"/>
              </a:ext>
            </a:extLst>
          </p:cNvPr>
          <p:cNvSpPr>
            <a:spLocks xmlns:a="http://schemas.openxmlformats.org/drawingml/2006/main" noGrp="1"/>
          </p:cNvSpPr>
          <p:nvPr/>
        </p:nvSpPr>
        <p:spPr>
          <a:xfrm xmlns:a="http://schemas.openxmlformats.org/drawingml/2006/main">
            <a:off x="8181975" y="3076575"/>
            <a:ext cx="28575" cy="6000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07F4D9-600E-4036-9D2E-3A6ABBE9BCB5}"/>
              </a:ext>
            </a:extLst>
          </p:cNvPr>
          <p:cNvSpPr>
            <a:spLocks xmlns:a="http://schemas.openxmlformats.org/drawingml/2006/main" noGrp="1"/>
          </p:cNvSpPr>
          <p:nvPr/>
        </p:nvSpPr>
        <p:spPr>
          <a:xfrm xmlns:a="http://schemas.openxmlformats.org/drawingml/2006/main">
            <a:off x="8096250" y="2076450"/>
            <a:ext cx="190500" cy="190500"/>
          </a:xfrm>
          <a:prstGeom xmlns:a="http://schemas.openxmlformats.org/drawingml/2006/main" prst="ellipse">
            <a:avLst/>
          </a:prstGeom>
          <a:solidFill xmlns:a="http://schemas.openxmlformats.org/drawingml/2006/main">
            <a:srgbClr val="C9E36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051DA1-F57A-47F6-93FF-DF9311507E7F}"/>
              </a:ext>
            </a:extLst>
          </p:cNvPr>
          <p:cNvSpPr>
            <a:spLocks xmlns:a="http://schemas.openxmlformats.org/drawingml/2006/main" noGrp="1"/>
          </p:cNvSpPr>
          <p:nvPr/>
        </p:nvSpPr>
        <p:spPr>
          <a:xfrm xmlns:a="http://schemas.openxmlformats.org/drawingml/2006/main">
            <a:off x="8096250" y="3076575"/>
            <a:ext cx="190500" cy="190500"/>
          </a:xfrm>
          <a:prstGeom xmlns:a="http://schemas.openxmlformats.org/drawingml/2006/main" prst="ellipse">
            <a:avLst/>
          </a:prstGeom>
          <a:solidFill xmlns:a="http://schemas.openxmlformats.org/drawingml/2006/main">
            <a:srgbClr val="83B55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3281C32-3B89-478F-8202-BD316717201A}"/>
              </a:ext>
            </a:extLst>
          </p:cNvPr>
          <p:cNvSpPr>
            <a:spLocks xmlns:a="http://schemas.openxmlformats.org/drawingml/2006/main" noGrp="1"/>
          </p:cNvSpPr>
          <p:nvPr/>
        </p:nvSpPr>
        <p:spPr>
          <a:xfrm xmlns:a="http://schemas.openxmlformats.org/drawingml/2006/main">
            <a:off x="8096250" y="4076700"/>
            <a:ext cx="190500" cy="190500"/>
          </a:xfrm>
          <a:prstGeom xmlns:a="http://schemas.openxmlformats.org/drawingml/2006/main" prst="ellipse">
            <a:avLst/>
          </a:prstGeom>
          <a:solidFill xmlns:a="http://schemas.openxmlformats.org/drawingml/2006/main">
            <a:srgbClr val="D9784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853DF9-DB92-47B3-8D90-826C5199BE83}"/>
              </a:ext>
            </a:extLst>
          </p:cNvPr>
          <p:cNvSpPr>
            <a:spLocks xmlns:a="http://schemas.openxmlformats.org/drawingml/2006/main" noGrp="1"/>
          </p:cNvSpPr>
          <p:nvPr/>
        </p:nvSpPr>
        <p:spPr>
          <a:xfrm xmlns:a="http://schemas.openxmlformats.org/drawingml/2006/main">
            <a:off x="8096250" y="48577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i="1">
                <a:solidFill>
                  <a:srgbClr val="C4D1C7"/>
                </a:solidFill>
              </a:defRPr>
            </a:defPPr>
            <a:lvl1pPr algn="l">
              <a:defRPr sz="1275" b="0" i="1">
                <a:solidFill>
                  <a:srgbClr val="C4D1C7"/>
                </a:solidFill>
              </a:defRPr>
            </a:lvl1pPr>
            <a:lvl2pPr algn="l">
              <a:defRPr sz="1275" b="0" i="1">
                <a:solidFill>
                  <a:srgbClr val="C4D1C7"/>
                </a:solidFill>
              </a:defRPr>
            </a:lvl2pPr>
            <a:lvl3pPr algn="l">
              <a:defRPr sz="1275" b="0" i="1">
                <a:solidFill>
                  <a:srgbClr val="C4D1C7"/>
                </a:solidFill>
              </a:defRPr>
            </a:lvl3pPr>
            <a:lvl4pPr algn="l">
              <a:defRPr sz="1275" b="0" i="1">
                <a:solidFill>
                  <a:srgbClr val="C4D1C7"/>
                </a:solidFill>
              </a:defRPr>
            </a:lvl4pPr>
            <a:lvl5pPr algn="l">
              <a:defRPr sz="1275" b="0" i="1">
                <a:solidFill>
                  <a:srgbClr val="C4D1C7"/>
                </a:solidFill>
              </a:defRPr>
            </a:lvl5pPr>
            <a:lvl6pPr algn="l">
              <a:defRPr sz="1275" b="0" i="1">
                <a:solidFill>
                  <a:srgbClr val="C4D1C7"/>
                </a:solidFill>
              </a:defRPr>
            </a:lvl6pPr>
            <a:lvl7pPr algn="l">
              <a:defRPr sz="1275" b="0" i="1">
                <a:solidFill>
                  <a:srgbClr val="C4D1C7"/>
                </a:solidFill>
              </a:defRPr>
            </a:lvl7pPr>
            <a:lvl8pPr algn="l">
              <a:defRPr sz="1275" b="0" i="1">
                <a:solidFill>
                  <a:srgbClr val="C4D1C7"/>
                </a:solidFill>
              </a:defRPr>
            </a:lvl8pPr>
            <a:lvl9pPr algn="l">
              <a:defRPr sz="1275" b="0" i="1">
                <a:solidFill>
                  <a:srgbClr val="C4D1C7"/>
                </a:solidFill>
              </a:defRPr>
            </a:lvl9pPr>
          </a:lstStyle>
          <a:p xmlns:a="http://schemas.openxmlformats.org/drawingml/2006/main">
            <a:pPr algn="l">
              <a:defRPr sz="1275" b="0" i="1">
                <a:solidFill>
                  <a:srgbClr val="C4D1C7"/>
                </a:solidFill>
              </a:defRPr>
            </a:pPr>
            <a:r>
              <a:rPr sz="1275" b="0" i="1">
                <a:solidFill>
                  <a:srgbClr val="C4D1C7"/>
                </a:solidFill>
              </a:rPr>
              <a:t>A proposed SupplySure extension to the CompliKart prototype</a:t>
            </a:r>
          </a:p>
        </p:txBody>
      </p:sp>
    </p:spTree>
    <p:extLst>
      <p:ext uri="{BB962C8B-B14F-4D97-AF65-F5344CB8AC3E}">
        <p14:creationId xmlns:p14="http://schemas.microsoft.com/office/powerpoint/2010/main" val="2090593950"/>
      </p:ext>
    </p:extLst>
  </p:cSld>
</p:sld>
</file>

<file path=ppt/slides/slide2.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6AB26D4-66B4-4DC5-9882-1AC4AF1D5F46}"/>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01  /  THE PROBLEM</a:t>
            </a:r>
          </a:p>
        </p:txBody>
      </p:sp>
      <p:sp>
        <p:nvSpPr>
          <p:cNvPr id="2" name="">
            <a:extLst xmlns:a="http://schemas.openxmlformats.org/drawingml/2006/main">
              <a:ext uri="{FF2B5EF4-FFF2-40B4-BE49-F238E27FC236}">
                <a16:creationId xmlns:a16="http://schemas.microsoft.com/office/drawing/2014/main" id="{791D2FAE-7206-4137-9164-530CFEB7A448}"/>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The supply gap starts before production</a:t>
            </a:r>
          </a:p>
        </p:txBody>
      </p:sp>
      <p:sp>
        <p:nvSpPr>
          <p:cNvPr id="3" name="">
            <a:extLst xmlns:a="http://schemas.openxmlformats.org/drawingml/2006/main">
              <a:ext uri="{FF2B5EF4-FFF2-40B4-BE49-F238E27FC236}">
                <a16:creationId xmlns:a16="http://schemas.microsoft.com/office/drawing/2014/main" id="{3C2DA2C4-9FAA-40DE-B707-9209EFC8D9D8}"/>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FFF57F-EC14-44E2-96EC-F2E32C7337D1}"/>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0384EA8E-E6ED-4A4E-AEFF-9C4451549F8C}"/>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02</a:t>
            </a:r>
          </a:p>
        </p:txBody>
      </p:sp>
      <p:sp>
        <p:nvSpPr>
          <p:cNvPr id="6" name="">
            <a:extLst xmlns:a="http://schemas.openxmlformats.org/drawingml/2006/main">
              <a:ext uri="{FF2B5EF4-FFF2-40B4-BE49-F238E27FC236}">
                <a16:creationId xmlns:a16="http://schemas.microsoft.com/office/drawing/2014/main" id="{5287512E-4128-49D6-B2B7-FFB787845983}"/>
              </a:ext>
            </a:extLst>
          </p:cNvPr>
          <p:cNvSpPr>
            <a:spLocks xmlns:a="http://schemas.openxmlformats.org/drawingml/2006/main" noGrp="1"/>
          </p:cNvSpPr>
          <p:nvPr/>
        </p:nvSpPr>
        <p:spPr>
          <a:xfrm xmlns:a="http://schemas.openxmlformats.org/drawingml/2006/main">
            <a:off x="685800" y="1781175"/>
            <a:ext cx="5810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A processor may know what it needs next month. It may not know which collective can deliver the right quantity, on time, with records attached.</a:t>
            </a:r>
          </a:p>
        </p:txBody>
      </p:sp>
      <p:sp>
        <p:nvSpPr>
          <p:cNvPr id="7" name="">
            <a:extLst xmlns:a="http://schemas.openxmlformats.org/drawingml/2006/main">
              <a:ext uri="{FF2B5EF4-FFF2-40B4-BE49-F238E27FC236}">
                <a16:creationId xmlns:a16="http://schemas.microsoft.com/office/drawing/2014/main" id="{5D8A5940-5A05-4E44-9367-D2549C9071B2}"/>
              </a:ext>
            </a:extLst>
          </p:cNvPr>
          <p:cNvSpPr>
            <a:spLocks xmlns:a="http://schemas.openxmlformats.org/drawingml/2006/main" noGrp="1"/>
          </p:cNvSpPr>
          <p:nvPr/>
        </p:nvSpPr>
        <p:spPr>
          <a:xfrm xmlns:a="http://schemas.openxmlformats.org/drawingml/2006/main">
            <a:off x="7124700" y="1790700"/>
            <a:ext cx="19050" cy="338137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1FDC7B6-4426-4C8D-ADF7-C875693D0286}"/>
              </a:ext>
            </a:extLst>
          </p:cNvPr>
          <p:cNvSpPr>
            <a:spLocks xmlns:a="http://schemas.openxmlformats.org/drawingml/2006/main" noGrp="1"/>
          </p:cNvSpPr>
          <p:nvPr/>
        </p:nvSpPr>
        <p:spPr>
          <a:xfrm xmlns:a="http://schemas.openxmlformats.org/drawingml/2006/main">
            <a:off x="7477125" y="1809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D9784C"/>
                </a:solidFill>
              </a:defRPr>
            </a:defPPr>
            <a:lvl1pPr algn="l">
              <a:defRPr sz="1200" b="1" i="0">
                <a:solidFill>
                  <a:srgbClr val="D9784C"/>
                </a:solidFill>
              </a:defRPr>
            </a:lvl1pPr>
            <a:lvl2pPr algn="l">
              <a:defRPr sz="1200" b="1" i="0">
                <a:solidFill>
                  <a:srgbClr val="D9784C"/>
                </a:solidFill>
              </a:defRPr>
            </a:lvl2pPr>
            <a:lvl3pPr algn="l">
              <a:defRPr sz="1200" b="1" i="0">
                <a:solidFill>
                  <a:srgbClr val="D9784C"/>
                </a:solidFill>
              </a:defRPr>
            </a:lvl3pPr>
            <a:lvl4pPr algn="l">
              <a:defRPr sz="1200" b="1" i="0">
                <a:solidFill>
                  <a:srgbClr val="D9784C"/>
                </a:solidFill>
              </a:defRPr>
            </a:lvl4pPr>
            <a:lvl5pPr algn="l">
              <a:defRPr sz="1200" b="1" i="0">
                <a:solidFill>
                  <a:srgbClr val="D9784C"/>
                </a:solidFill>
              </a:defRPr>
            </a:lvl5pPr>
            <a:lvl6pPr algn="l">
              <a:defRPr sz="1200" b="1" i="0">
                <a:solidFill>
                  <a:srgbClr val="D9784C"/>
                </a:solidFill>
              </a:defRPr>
            </a:lvl6pPr>
            <a:lvl7pPr algn="l">
              <a:defRPr sz="1200" b="1" i="0">
                <a:solidFill>
                  <a:srgbClr val="D9784C"/>
                </a:solidFill>
              </a:defRPr>
            </a:lvl7pPr>
            <a:lvl8pPr algn="l">
              <a:defRPr sz="1200" b="1" i="0">
                <a:solidFill>
                  <a:srgbClr val="D9784C"/>
                </a:solidFill>
              </a:defRPr>
            </a:lvl8pPr>
            <a:lvl9pPr algn="l">
              <a:defRPr sz="1200" b="1" i="0">
                <a:solidFill>
                  <a:srgbClr val="D9784C"/>
                </a:solidFill>
              </a:defRPr>
            </a:lvl9pPr>
          </a:lstStyle>
          <a:p xmlns:a="http://schemas.openxmlformats.org/drawingml/2006/main">
            <a:pPr algn="l">
              <a:defRPr sz="1200" b="1" i="0">
                <a:solidFill>
                  <a:srgbClr val="D9784C"/>
                </a:solidFill>
              </a:defRPr>
            </a:pPr>
            <a:r>
              <a:rPr sz="1200" b="1" i="0">
                <a:solidFill>
                  <a:srgbClr val="D9784C"/>
                </a:solidFill>
              </a:rPr>
              <a:t>01</a:t>
            </a:r>
          </a:p>
        </p:txBody>
      </p:sp>
      <p:sp>
        <p:nvSpPr>
          <p:cNvPr id="9" name="">
            <a:extLst xmlns:a="http://schemas.openxmlformats.org/drawingml/2006/main">
              <a:ext uri="{FF2B5EF4-FFF2-40B4-BE49-F238E27FC236}">
                <a16:creationId xmlns:a16="http://schemas.microsoft.com/office/drawing/2014/main" id="{28461942-8252-4204-8D37-F1684289AAF0}"/>
              </a:ext>
            </a:extLst>
          </p:cNvPr>
          <p:cNvSpPr>
            <a:spLocks xmlns:a="http://schemas.openxmlformats.org/drawingml/2006/main" noGrp="1"/>
          </p:cNvSpPr>
          <p:nvPr/>
        </p:nvSpPr>
        <p:spPr>
          <a:xfrm xmlns:a="http://schemas.openxmlformats.org/drawingml/2006/main">
            <a:off x="8134350" y="17907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52"/>
          </a:bodyPr>
          <a:lstStyle xmlns:a="http://schemas.openxmlformats.org/drawingml/2006/main">
            <a:defPPr algn="l">
              <a:defRPr sz="1725" b="1" i="0">
                <a:solidFill>
                  <a:srgbClr val="13231B"/>
                </a:solidFill>
              </a:defRPr>
            </a:defPPr>
            <a:lvl1pPr algn="l">
              <a:defRPr sz="1725" b="1" i="0">
                <a:solidFill>
                  <a:srgbClr val="13231B"/>
                </a:solidFill>
              </a:defRPr>
            </a:lvl1pPr>
            <a:lvl2pPr algn="l">
              <a:defRPr sz="1725" b="1" i="0">
                <a:solidFill>
                  <a:srgbClr val="13231B"/>
                </a:solidFill>
              </a:defRPr>
            </a:lvl2pPr>
            <a:lvl3pPr algn="l">
              <a:defRPr sz="1725" b="1" i="0">
                <a:solidFill>
                  <a:srgbClr val="13231B"/>
                </a:solidFill>
              </a:defRPr>
            </a:lvl3pPr>
            <a:lvl4pPr algn="l">
              <a:defRPr sz="1725" b="1" i="0">
                <a:solidFill>
                  <a:srgbClr val="13231B"/>
                </a:solidFill>
              </a:defRPr>
            </a:lvl4pPr>
            <a:lvl5pPr algn="l">
              <a:defRPr sz="1725" b="1" i="0">
                <a:solidFill>
                  <a:srgbClr val="13231B"/>
                </a:solidFill>
              </a:defRPr>
            </a:lvl5pPr>
            <a:lvl6pPr algn="l">
              <a:defRPr sz="1725" b="1" i="0">
                <a:solidFill>
                  <a:srgbClr val="13231B"/>
                </a:solidFill>
              </a:defRPr>
            </a:lvl6pPr>
            <a:lvl7pPr algn="l">
              <a:defRPr sz="1725" b="1" i="0">
                <a:solidFill>
                  <a:srgbClr val="13231B"/>
                </a:solidFill>
              </a:defRPr>
            </a:lvl7pPr>
            <a:lvl8pPr algn="l">
              <a:defRPr sz="1725" b="1" i="0">
                <a:solidFill>
                  <a:srgbClr val="13231B"/>
                </a:solidFill>
              </a:defRPr>
            </a:lvl8pPr>
            <a:lvl9pPr algn="l">
              <a:defRPr sz="1725" b="1" i="0">
                <a:solidFill>
                  <a:srgbClr val="13231B"/>
                </a:solidFill>
              </a:defRPr>
            </a:lvl9pPr>
          </a:lstStyle>
          <a:p xmlns:a="http://schemas.openxmlformats.org/drawingml/2006/main">
            <a:pPr algn="l">
              <a:defRPr sz="1725" b="1" i="0">
                <a:solidFill>
                  <a:srgbClr val="13231B"/>
                </a:solidFill>
              </a:defRPr>
            </a:pPr>
            <a:r>
              <a:rPr sz="1725" b="1" i="0">
                <a:solidFill>
                  <a:srgbClr val="13231B"/>
                </a:solidFill>
              </a:rPr>
              <a:t>Demand is specific</a:t>
            </a:r>
          </a:p>
        </p:txBody>
      </p:sp>
      <p:sp>
        <p:nvSpPr>
          <p:cNvPr id="10" name="">
            <a:extLst xmlns:a="http://schemas.openxmlformats.org/drawingml/2006/main">
              <a:ext uri="{FF2B5EF4-FFF2-40B4-BE49-F238E27FC236}">
                <a16:creationId xmlns:a16="http://schemas.microsoft.com/office/drawing/2014/main" id="{F8AD04F0-A550-4333-BD34-0DDA6A0BBDCF}"/>
              </a:ext>
            </a:extLst>
          </p:cNvPr>
          <p:cNvSpPr>
            <a:spLocks xmlns:a="http://schemas.openxmlformats.org/drawingml/2006/main" noGrp="1"/>
          </p:cNvSpPr>
          <p:nvPr/>
        </p:nvSpPr>
        <p:spPr>
          <a:xfrm xmlns:a="http://schemas.openxmlformats.org/drawingml/2006/main">
            <a:off x="8134350" y="21717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i="0">
                <a:solidFill>
                  <a:srgbClr val="758078"/>
                </a:solidFill>
              </a:defRPr>
            </a:defPPr>
            <a:lvl1pPr algn="l">
              <a:defRPr sz="1350" b="0" i="0">
                <a:solidFill>
                  <a:srgbClr val="758078"/>
                </a:solidFill>
              </a:defRPr>
            </a:lvl1pPr>
            <a:lvl2pPr algn="l">
              <a:defRPr sz="1350" b="0" i="0">
                <a:solidFill>
                  <a:srgbClr val="758078"/>
                </a:solidFill>
              </a:defRPr>
            </a:lvl2pPr>
            <a:lvl3pPr algn="l">
              <a:defRPr sz="1350" b="0" i="0">
                <a:solidFill>
                  <a:srgbClr val="758078"/>
                </a:solidFill>
              </a:defRPr>
            </a:lvl3pPr>
            <a:lvl4pPr algn="l">
              <a:defRPr sz="1350" b="0" i="0">
                <a:solidFill>
                  <a:srgbClr val="758078"/>
                </a:solidFill>
              </a:defRPr>
            </a:lvl4pPr>
            <a:lvl5pPr algn="l">
              <a:defRPr sz="1350" b="0" i="0">
                <a:solidFill>
                  <a:srgbClr val="758078"/>
                </a:solidFill>
              </a:defRPr>
            </a:lvl5pPr>
            <a:lvl6pPr algn="l">
              <a:defRPr sz="1350" b="0" i="0">
                <a:solidFill>
                  <a:srgbClr val="758078"/>
                </a:solidFill>
              </a:defRPr>
            </a:lvl6pPr>
            <a:lvl7pPr algn="l">
              <a:defRPr sz="1350" b="0" i="0">
                <a:solidFill>
                  <a:srgbClr val="758078"/>
                </a:solidFill>
              </a:defRPr>
            </a:lvl7pPr>
            <a:lvl8pPr algn="l">
              <a:defRPr sz="1350" b="0" i="0">
                <a:solidFill>
                  <a:srgbClr val="758078"/>
                </a:solidFill>
              </a:defRPr>
            </a:lvl8pPr>
            <a:lvl9pPr algn="l">
              <a:defRPr sz="1350" b="0" i="0">
                <a:solidFill>
                  <a:srgbClr val="758078"/>
                </a:solidFill>
              </a:defRPr>
            </a:lvl9pPr>
          </a:lstStyle>
          <a:p xmlns:a="http://schemas.openxmlformats.org/drawingml/2006/main">
            <a:pPr algn="l">
              <a:defRPr sz="1350" b="0" i="0">
                <a:solidFill>
                  <a:srgbClr val="758078"/>
                </a:solidFill>
              </a:defRPr>
            </a:pPr>
            <a:r>
              <a:rPr sz="1350" b="0" i="0">
                <a:solidFill>
                  <a:srgbClr val="758078"/>
                </a:solidFill>
              </a:rPr>
              <a:t>Crop, volume, grade, place and delivery window</a:t>
            </a:r>
          </a:p>
        </p:txBody>
      </p:sp>
      <p:sp>
        <p:nvSpPr>
          <p:cNvPr id="11" name="">
            <a:extLst xmlns:a="http://schemas.openxmlformats.org/drawingml/2006/main">
              <a:ext uri="{FF2B5EF4-FFF2-40B4-BE49-F238E27FC236}">
                <a16:creationId xmlns:a16="http://schemas.microsoft.com/office/drawing/2014/main" id="{2225B717-C2FC-4BEF-B690-D42338B7E921}"/>
              </a:ext>
            </a:extLst>
          </p:cNvPr>
          <p:cNvSpPr>
            <a:spLocks xmlns:a="http://schemas.openxmlformats.org/drawingml/2006/main" noGrp="1"/>
          </p:cNvSpPr>
          <p:nvPr/>
        </p:nvSpPr>
        <p:spPr>
          <a:xfrm xmlns:a="http://schemas.openxmlformats.org/drawingml/2006/main">
            <a:off x="7477125" y="2771775"/>
            <a:ext cx="3990975"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B18AE6C-5451-4008-986B-A74442490987}"/>
              </a:ext>
            </a:extLst>
          </p:cNvPr>
          <p:cNvSpPr>
            <a:spLocks xmlns:a="http://schemas.openxmlformats.org/drawingml/2006/main" noGrp="1"/>
          </p:cNvSpPr>
          <p:nvPr/>
        </p:nvSpPr>
        <p:spPr>
          <a:xfrm xmlns:a="http://schemas.openxmlformats.org/drawingml/2006/main">
            <a:off x="7477125" y="29718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D9784C"/>
                </a:solidFill>
              </a:defRPr>
            </a:defPPr>
            <a:lvl1pPr algn="l">
              <a:defRPr sz="1200" b="1" i="0">
                <a:solidFill>
                  <a:srgbClr val="D9784C"/>
                </a:solidFill>
              </a:defRPr>
            </a:lvl1pPr>
            <a:lvl2pPr algn="l">
              <a:defRPr sz="1200" b="1" i="0">
                <a:solidFill>
                  <a:srgbClr val="D9784C"/>
                </a:solidFill>
              </a:defRPr>
            </a:lvl2pPr>
            <a:lvl3pPr algn="l">
              <a:defRPr sz="1200" b="1" i="0">
                <a:solidFill>
                  <a:srgbClr val="D9784C"/>
                </a:solidFill>
              </a:defRPr>
            </a:lvl3pPr>
            <a:lvl4pPr algn="l">
              <a:defRPr sz="1200" b="1" i="0">
                <a:solidFill>
                  <a:srgbClr val="D9784C"/>
                </a:solidFill>
              </a:defRPr>
            </a:lvl4pPr>
            <a:lvl5pPr algn="l">
              <a:defRPr sz="1200" b="1" i="0">
                <a:solidFill>
                  <a:srgbClr val="D9784C"/>
                </a:solidFill>
              </a:defRPr>
            </a:lvl5pPr>
            <a:lvl6pPr algn="l">
              <a:defRPr sz="1200" b="1" i="0">
                <a:solidFill>
                  <a:srgbClr val="D9784C"/>
                </a:solidFill>
              </a:defRPr>
            </a:lvl6pPr>
            <a:lvl7pPr algn="l">
              <a:defRPr sz="1200" b="1" i="0">
                <a:solidFill>
                  <a:srgbClr val="D9784C"/>
                </a:solidFill>
              </a:defRPr>
            </a:lvl7pPr>
            <a:lvl8pPr algn="l">
              <a:defRPr sz="1200" b="1" i="0">
                <a:solidFill>
                  <a:srgbClr val="D9784C"/>
                </a:solidFill>
              </a:defRPr>
            </a:lvl8pPr>
            <a:lvl9pPr algn="l">
              <a:defRPr sz="1200" b="1" i="0">
                <a:solidFill>
                  <a:srgbClr val="D9784C"/>
                </a:solidFill>
              </a:defRPr>
            </a:lvl9pPr>
          </a:lstStyle>
          <a:p xmlns:a="http://schemas.openxmlformats.org/drawingml/2006/main">
            <a:pPr algn="l">
              <a:defRPr sz="1200" b="1" i="0">
                <a:solidFill>
                  <a:srgbClr val="D9784C"/>
                </a:solidFill>
              </a:defRPr>
            </a:pPr>
            <a:r>
              <a:rPr sz="1200" b="1" i="0">
                <a:solidFill>
                  <a:srgbClr val="D9784C"/>
                </a:solidFill>
              </a:rPr>
              <a:t>02</a:t>
            </a:r>
          </a:p>
        </p:txBody>
      </p:sp>
      <p:sp>
        <p:nvSpPr>
          <p:cNvPr id="13" name="">
            <a:extLst xmlns:a="http://schemas.openxmlformats.org/drawingml/2006/main">
              <a:ext uri="{FF2B5EF4-FFF2-40B4-BE49-F238E27FC236}">
                <a16:creationId xmlns:a16="http://schemas.microsoft.com/office/drawing/2014/main" id="{88FC5811-A5EF-4DA6-9DB7-C92AA6EE7321}"/>
              </a:ext>
            </a:extLst>
          </p:cNvPr>
          <p:cNvSpPr>
            <a:spLocks xmlns:a="http://schemas.openxmlformats.org/drawingml/2006/main" noGrp="1"/>
          </p:cNvSpPr>
          <p:nvPr/>
        </p:nvSpPr>
        <p:spPr>
          <a:xfrm xmlns:a="http://schemas.openxmlformats.org/drawingml/2006/main">
            <a:off x="8134350" y="29527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52"/>
          </a:bodyPr>
          <a:lstStyle xmlns:a="http://schemas.openxmlformats.org/drawingml/2006/main">
            <a:defPPr algn="l">
              <a:defRPr sz="1725" b="1" i="0">
                <a:solidFill>
                  <a:srgbClr val="13231B"/>
                </a:solidFill>
              </a:defRPr>
            </a:defPPr>
            <a:lvl1pPr algn="l">
              <a:defRPr sz="1725" b="1" i="0">
                <a:solidFill>
                  <a:srgbClr val="13231B"/>
                </a:solidFill>
              </a:defRPr>
            </a:lvl1pPr>
            <a:lvl2pPr algn="l">
              <a:defRPr sz="1725" b="1" i="0">
                <a:solidFill>
                  <a:srgbClr val="13231B"/>
                </a:solidFill>
              </a:defRPr>
            </a:lvl2pPr>
            <a:lvl3pPr algn="l">
              <a:defRPr sz="1725" b="1" i="0">
                <a:solidFill>
                  <a:srgbClr val="13231B"/>
                </a:solidFill>
              </a:defRPr>
            </a:lvl3pPr>
            <a:lvl4pPr algn="l">
              <a:defRPr sz="1725" b="1" i="0">
                <a:solidFill>
                  <a:srgbClr val="13231B"/>
                </a:solidFill>
              </a:defRPr>
            </a:lvl4pPr>
            <a:lvl5pPr algn="l">
              <a:defRPr sz="1725" b="1" i="0">
                <a:solidFill>
                  <a:srgbClr val="13231B"/>
                </a:solidFill>
              </a:defRPr>
            </a:lvl5pPr>
            <a:lvl6pPr algn="l">
              <a:defRPr sz="1725" b="1" i="0">
                <a:solidFill>
                  <a:srgbClr val="13231B"/>
                </a:solidFill>
              </a:defRPr>
            </a:lvl6pPr>
            <a:lvl7pPr algn="l">
              <a:defRPr sz="1725" b="1" i="0">
                <a:solidFill>
                  <a:srgbClr val="13231B"/>
                </a:solidFill>
              </a:defRPr>
            </a:lvl7pPr>
            <a:lvl8pPr algn="l">
              <a:defRPr sz="1725" b="1" i="0">
                <a:solidFill>
                  <a:srgbClr val="13231B"/>
                </a:solidFill>
              </a:defRPr>
            </a:lvl8pPr>
            <a:lvl9pPr algn="l">
              <a:defRPr sz="1725" b="1" i="0">
                <a:solidFill>
                  <a:srgbClr val="13231B"/>
                </a:solidFill>
              </a:defRPr>
            </a:lvl9pPr>
          </a:lstStyle>
          <a:p xmlns:a="http://schemas.openxmlformats.org/drawingml/2006/main">
            <a:pPr algn="l">
              <a:defRPr sz="1725" b="1" i="0">
                <a:solidFill>
                  <a:srgbClr val="13231B"/>
                </a:solidFill>
              </a:defRPr>
            </a:pPr>
            <a:r>
              <a:rPr sz="1725" b="1" i="0">
                <a:solidFill>
                  <a:srgbClr val="13231B"/>
                </a:solidFill>
              </a:rPr>
              <a:t>Supply is fragmented</a:t>
            </a:r>
          </a:p>
        </p:txBody>
      </p:sp>
      <p:sp>
        <p:nvSpPr>
          <p:cNvPr id="14" name="">
            <a:extLst xmlns:a="http://schemas.openxmlformats.org/drawingml/2006/main">
              <a:ext uri="{FF2B5EF4-FFF2-40B4-BE49-F238E27FC236}">
                <a16:creationId xmlns:a16="http://schemas.microsoft.com/office/drawing/2014/main" id="{4B021684-1898-4F1D-847A-ABE9FD9C0E3B}"/>
              </a:ext>
            </a:extLst>
          </p:cNvPr>
          <p:cNvSpPr>
            <a:spLocks xmlns:a="http://schemas.openxmlformats.org/drawingml/2006/main" noGrp="1"/>
          </p:cNvSpPr>
          <p:nvPr/>
        </p:nvSpPr>
        <p:spPr>
          <a:xfrm xmlns:a="http://schemas.openxmlformats.org/drawingml/2006/main">
            <a:off x="8134350" y="333375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i="0">
                <a:solidFill>
                  <a:srgbClr val="758078"/>
                </a:solidFill>
              </a:defRPr>
            </a:defPPr>
            <a:lvl1pPr algn="l">
              <a:defRPr sz="1350" b="0" i="0">
                <a:solidFill>
                  <a:srgbClr val="758078"/>
                </a:solidFill>
              </a:defRPr>
            </a:lvl1pPr>
            <a:lvl2pPr algn="l">
              <a:defRPr sz="1350" b="0" i="0">
                <a:solidFill>
                  <a:srgbClr val="758078"/>
                </a:solidFill>
              </a:defRPr>
            </a:lvl2pPr>
            <a:lvl3pPr algn="l">
              <a:defRPr sz="1350" b="0" i="0">
                <a:solidFill>
                  <a:srgbClr val="758078"/>
                </a:solidFill>
              </a:defRPr>
            </a:lvl3pPr>
            <a:lvl4pPr algn="l">
              <a:defRPr sz="1350" b="0" i="0">
                <a:solidFill>
                  <a:srgbClr val="758078"/>
                </a:solidFill>
              </a:defRPr>
            </a:lvl4pPr>
            <a:lvl5pPr algn="l">
              <a:defRPr sz="1350" b="0" i="0">
                <a:solidFill>
                  <a:srgbClr val="758078"/>
                </a:solidFill>
              </a:defRPr>
            </a:lvl5pPr>
            <a:lvl6pPr algn="l">
              <a:defRPr sz="1350" b="0" i="0">
                <a:solidFill>
                  <a:srgbClr val="758078"/>
                </a:solidFill>
              </a:defRPr>
            </a:lvl6pPr>
            <a:lvl7pPr algn="l">
              <a:defRPr sz="1350" b="0" i="0">
                <a:solidFill>
                  <a:srgbClr val="758078"/>
                </a:solidFill>
              </a:defRPr>
            </a:lvl7pPr>
            <a:lvl8pPr algn="l">
              <a:defRPr sz="1350" b="0" i="0">
                <a:solidFill>
                  <a:srgbClr val="758078"/>
                </a:solidFill>
              </a:defRPr>
            </a:lvl8pPr>
            <a:lvl9pPr algn="l">
              <a:defRPr sz="1350" b="0" i="0">
                <a:solidFill>
                  <a:srgbClr val="758078"/>
                </a:solidFill>
              </a:defRPr>
            </a:lvl9pPr>
          </a:lstStyle>
          <a:p xmlns:a="http://schemas.openxmlformats.org/drawingml/2006/main">
            <a:pPr algn="l">
              <a:defRPr sz="1350" b="0" i="0">
                <a:solidFill>
                  <a:srgbClr val="758078"/>
                </a:solidFill>
              </a:defRPr>
            </a:pPr>
            <a:r>
              <a:rPr sz="1350" b="0" i="0">
                <a:solidFill>
                  <a:srgbClr val="758078"/>
                </a:solidFill>
              </a:rPr>
              <a:t>Harvest timing and quantities vary across farms</a:t>
            </a:r>
          </a:p>
        </p:txBody>
      </p:sp>
      <p:sp>
        <p:nvSpPr>
          <p:cNvPr id="15" name="">
            <a:extLst xmlns:a="http://schemas.openxmlformats.org/drawingml/2006/main">
              <a:ext uri="{FF2B5EF4-FFF2-40B4-BE49-F238E27FC236}">
                <a16:creationId xmlns:a16="http://schemas.microsoft.com/office/drawing/2014/main" id="{5E5EA487-11BE-49A0-A4AD-149529C95537}"/>
              </a:ext>
            </a:extLst>
          </p:cNvPr>
          <p:cNvSpPr>
            <a:spLocks xmlns:a="http://schemas.openxmlformats.org/drawingml/2006/main" noGrp="1"/>
          </p:cNvSpPr>
          <p:nvPr/>
        </p:nvSpPr>
        <p:spPr>
          <a:xfrm xmlns:a="http://schemas.openxmlformats.org/drawingml/2006/main">
            <a:off x="7477125" y="3933825"/>
            <a:ext cx="3990975"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88E1F60-4A4E-4BC4-9334-08BE719F4568}"/>
              </a:ext>
            </a:extLst>
          </p:cNvPr>
          <p:cNvSpPr>
            <a:spLocks xmlns:a="http://schemas.openxmlformats.org/drawingml/2006/main" noGrp="1"/>
          </p:cNvSpPr>
          <p:nvPr/>
        </p:nvSpPr>
        <p:spPr>
          <a:xfrm xmlns:a="http://schemas.openxmlformats.org/drawingml/2006/main">
            <a:off x="7477125" y="4133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D9784C"/>
                </a:solidFill>
              </a:defRPr>
            </a:defPPr>
            <a:lvl1pPr algn="l">
              <a:defRPr sz="1200" b="1" i="0">
                <a:solidFill>
                  <a:srgbClr val="D9784C"/>
                </a:solidFill>
              </a:defRPr>
            </a:lvl1pPr>
            <a:lvl2pPr algn="l">
              <a:defRPr sz="1200" b="1" i="0">
                <a:solidFill>
                  <a:srgbClr val="D9784C"/>
                </a:solidFill>
              </a:defRPr>
            </a:lvl2pPr>
            <a:lvl3pPr algn="l">
              <a:defRPr sz="1200" b="1" i="0">
                <a:solidFill>
                  <a:srgbClr val="D9784C"/>
                </a:solidFill>
              </a:defRPr>
            </a:lvl3pPr>
            <a:lvl4pPr algn="l">
              <a:defRPr sz="1200" b="1" i="0">
                <a:solidFill>
                  <a:srgbClr val="D9784C"/>
                </a:solidFill>
              </a:defRPr>
            </a:lvl4pPr>
            <a:lvl5pPr algn="l">
              <a:defRPr sz="1200" b="1" i="0">
                <a:solidFill>
                  <a:srgbClr val="D9784C"/>
                </a:solidFill>
              </a:defRPr>
            </a:lvl5pPr>
            <a:lvl6pPr algn="l">
              <a:defRPr sz="1200" b="1" i="0">
                <a:solidFill>
                  <a:srgbClr val="D9784C"/>
                </a:solidFill>
              </a:defRPr>
            </a:lvl6pPr>
            <a:lvl7pPr algn="l">
              <a:defRPr sz="1200" b="1" i="0">
                <a:solidFill>
                  <a:srgbClr val="D9784C"/>
                </a:solidFill>
              </a:defRPr>
            </a:lvl7pPr>
            <a:lvl8pPr algn="l">
              <a:defRPr sz="1200" b="1" i="0">
                <a:solidFill>
                  <a:srgbClr val="D9784C"/>
                </a:solidFill>
              </a:defRPr>
            </a:lvl8pPr>
            <a:lvl9pPr algn="l">
              <a:defRPr sz="1200" b="1" i="0">
                <a:solidFill>
                  <a:srgbClr val="D9784C"/>
                </a:solidFill>
              </a:defRPr>
            </a:lvl9pPr>
          </a:lstStyle>
          <a:p xmlns:a="http://schemas.openxmlformats.org/drawingml/2006/main">
            <a:pPr algn="l">
              <a:defRPr sz="1200" b="1" i="0">
                <a:solidFill>
                  <a:srgbClr val="D9784C"/>
                </a:solidFill>
              </a:defRPr>
            </a:pPr>
            <a:r>
              <a:rPr sz="1200" b="1" i="0">
                <a:solidFill>
                  <a:srgbClr val="D9784C"/>
                </a:solidFill>
              </a:rPr>
              <a:t>03</a:t>
            </a:r>
          </a:p>
        </p:txBody>
      </p:sp>
      <p:sp>
        <p:nvSpPr>
          <p:cNvPr id="17" name="">
            <a:extLst xmlns:a="http://schemas.openxmlformats.org/drawingml/2006/main">
              <a:ext uri="{FF2B5EF4-FFF2-40B4-BE49-F238E27FC236}">
                <a16:creationId xmlns:a16="http://schemas.microsoft.com/office/drawing/2014/main" id="{1DE2D605-248C-4017-B0A1-562D8C9F468A}"/>
              </a:ext>
            </a:extLst>
          </p:cNvPr>
          <p:cNvSpPr>
            <a:spLocks xmlns:a="http://schemas.openxmlformats.org/drawingml/2006/main" noGrp="1"/>
          </p:cNvSpPr>
          <p:nvPr/>
        </p:nvSpPr>
        <p:spPr>
          <a:xfrm xmlns:a="http://schemas.openxmlformats.org/drawingml/2006/main">
            <a:off x="8134350" y="4114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52"/>
          </a:bodyPr>
          <a:lstStyle xmlns:a="http://schemas.openxmlformats.org/drawingml/2006/main">
            <a:defPPr algn="l">
              <a:defRPr sz="1725" b="1" i="0">
                <a:solidFill>
                  <a:srgbClr val="13231B"/>
                </a:solidFill>
              </a:defRPr>
            </a:defPPr>
            <a:lvl1pPr algn="l">
              <a:defRPr sz="1725" b="1" i="0">
                <a:solidFill>
                  <a:srgbClr val="13231B"/>
                </a:solidFill>
              </a:defRPr>
            </a:lvl1pPr>
            <a:lvl2pPr algn="l">
              <a:defRPr sz="1725" b="1" i="0">
                <a:solidFill>
                  <a:srgbClr val="13231B"/>
                </a:solidFill>
              </a:defRPr>
            </a:lvl2pPr>
            <a:lvl3pPr algn="l">
              <a:defRPr sz="1725" b="1" i="0">
                <a:solidFill>
                  <a:srgbClr val="13231B"/>
                </a:solidFill>
              </a:defRPr>
            </a:lvl3pPr>
            <a:lvl4pPr algn="l">
              <a:defRPr sz="1725" b="1" i="0">
                <a:solidFill>
                  <a:srgbClr val="13231B"/>
                </a:solidFill>
              </a:defRPr>
            </a:lvl4pPr>
            <a:lvl5pPr algn="l">
              <a:defRPr sz="1725" b="1" i="0">
                <a:solidFill>
                  <a:srgbClr val="13231B"/>
                </a:solidFill>
              </a:defRPr>
            </a:lvl5pPr>
            <a:lvl6pPr algn="l">
              <a:defRPr sz="1725" b="1" i="0">
                <a:solidFill>
                  <a:srgbClr val="13231B"/>
                </a:solidFill>
              </a:defRPr>
            </a:lvl6pPr>
            <a:lvl7pPr algn="l">
              <a:defRPr sz="1725" b="1" i="0">
                <a:solidFill>
                  <a:srgbClr val="13231B"/>
                </a:solidFill>
              </a:defRPr>
            </a:lvl7pPr>
            <a:lvl8pPr algn="l">
              <a:defRPr sz="1725" b="1" i="0">
                <a:solidFill>
                  <a:srgbClr val="13231B"/>
                </a:solidFill>
              </a:defRPr>
            </a:lvl8pPr>
            <a:lvl9pPr algn="l">
              <a:defRPr sz="1725" b="1" i="0">
                <a:solidFill>
                  <a:srgbClr val="13231B"/>
                </a:solidFill>
              </a:defRPr>
            </a:lvl9pPr>
          </a:lstStyle>
          <a:p xmlns:a="http://schemas.openxmlformats.org/drawingml/2006/main">
            <a:pPr algn="l">
              <a:defRPr sz="1725" b="1" i="0">
                <a:solidFill>
                  <a:srgbClr val="13231B"/>
                </a:solidFill>
              </a:defRPr>
            </a:pPr>
            <a:r>
              <a:rPr sz="1725" b="1" i="0">
                <a:solidFill>
                  <a:srgbClr val="13231B"/>
                </a:solidFill>
              </a:rPr>
              <a:t>Evidence is disconnected</a:t>
            </a:r>
          </a:p>
        </p:txBody>
      </p:sp>
      <p:sp>
        <p:nvSpPr>
          <p:cNvPr id="18" name="">
            <a:extLst xmlns:a="http://schemas.openxmlformats.org/drawingml/2006/main">
              <a:ext uri="{FF2B5EF4-FFF2-40B4-BE49-F238E27FC236}">
                <a16:creationId xmlns:a16="http://schemas.microsoft.com/office/drawing/2014/main" id="{3624C72E-EFC0-4BF6-A07B-B74F588B5AE6}"/>
              </a:ext>
            </a:extLst>
          </p:cNvPr>
          <p:cNvSpPr>
            <a:spLocks xmlns:a="http://schemas.openxmlformats.org/drawingml/2006/main" noGrp="1"/>
          </p:cNvSpPr>
          <p:nvPr/>
        </p:nvSpPr>
        <p:spPr>
          <a:xfrm xmlns:a="http://schemas.openxmlformats.org/drawingml/2006/main">
            <a:off x="8134350" y="44958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i="0">
                <a:solidFill>
                  <a:srgbClr val="758078"/>
                </a:solidFill>
              </a:defRPr>
            </a:defPPr>
            <a:lvl1pPr algn="l">
              <a:defRPr sz="1350" b="0" i="0">
                <a:solidFill>
                  <a:srgbClr val="758078"/>
                </a:solidFill>
              </a:defRPr>
            </a:lvl1pPr>
            <a:lvl2pPr algn="l">
              <a:defRPr sz="1350" b="0" i="0">
                <a:solidFill>
                  <a:srgbClr val="758078"/>
                </a:solidFill>
              </a:defRPr>
            </a:lvl2pPr>
            <a:lvl3pPr algn="l">
              <a:defRPr sz="1350" b="0" i="0">
                <a:solidFill>
                  <a:srgbClr val="758078"/>
                </a:solidFill>
              </a:defRPr>
            </a:lvl3pPr>
            <a:lvl4pPr algn="l">
              <a:defRPr sz="1350" b="0" i="0">
                <a:solidFill>
                  <a:srgbClr val="758078"/>
                </a:solidFill>
              </a:defRPr>
            </a:lvl4pPr>
            <a:lvl5pPr algn="l">
              <a:defRPr sz="1350" b="0" i="0">
                <a:solidFill>
                  <a:srgbClr val="758078"/>
                </a:solidFill>
              </a:defRPr>
            </a:lvl5pPr>
            <a:lvl6pPr algn="l">
              <a:defRPr sz="1350" b="0" i="0">
                <a:solidFill>
                  <a:srgbClr val="758078"/>
                </a:solidFill>
              </a:defRPr>
            </a:lvl6pPr>
            <a:lvl7pPr algn="l">
              <a:defRPr sz="1350" b="0" i="0">
                <a:solidFill>
                  <a:srgbClr val="758078"/>
                </a:solidFill>
              </a:defRPr>
            </a:lvl7pPr>
            <a:lvl8pPr algn="l">
              <a:defRPr sz="1350" b="0" i="0">
                <a:solidFill>
                  <a:srgbClr val="758078"/>
                </a:solidFill>
              </a:defRPr>
            </a:lvl8pPr>
            <a:lvl9pPr algn="l">
              <a:defRPr sz="1350" b="0" i="0">
                <a:solidFill>
                  <a:srgbClr val="758078"/>
                </a:solidFill>
              </a:defRPr>
            </a:lvl9pPr>
          </a:lstStyle>
          <a:p xmlns:a="http://schemas.openxmlformats.org/drawingml/2006/main">
            <a:pPr algn="l">
              <a:defRPr sz="1350" b="0" i="0">
                <a:solidFill>
                  <a:srgbClr val="758078"/>
                </a:solidFill>
              </a:defRPr>
            </a:pPr>
            <a:r>
              <a:rPr sz="1350" b="0" i="0">
                <a:solidFill>
                  <a:srgbClr val="758078"/>
                </a:solidFill>
              </a:rPr>
              <a:t>Commitments, lots and delivery records live apart</a:t>
            </a:r>
          </a:p>
        </p:txBody>
      </p:sp>
      <p:sp>
        <p:nvSpPr>
          <p:cNvPr id="19" name="">
            <a:extLst xmlns:a="http://schemas.openxmlformats.org/drawingml/2006/main">
              <a:ext uri="{FF2B5EF4-FFF2-40B4-BE49-F238E27FC236}">
                <a16:creationId xmlns:a16="http://schemas.microsoft.com/office/drawing/2014/main" id="{95CAA4C7-6F53-4B02-A7B4-DEE26D5EAF7B}"/>
              </a:ext>
            </a:extLst>
          </p:cNvPr>
          <p:cNvSpPr>
            <a:spLocks xmlns:a="http://schemas.openxmlformats.org/drawingml/2006/main" noGrp="1"/>
          </p:cNvSpPr>
          <p:nvPr/>
        </p:nvSpPr>
        <p:spPr>
          <a:xfrm xmlns:a="http://schemas.openxmlformats.org/drawingml/2006/main">
            <a:off x="685800" y="4686300"/>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RESULT</a:t>
            </a:r>
          </a:p>
        </p:txBody>
      </p:sp>
      <p:sp>
        <p:nvSpPr>
          <p:cNvPr id="20" name="">
            <a:extLst xmlns:a="http://schemas.openxmlformats.org/drawingml/2006/main">
              <a:ext uri="{FF2B5EF4-FFF2-40B4-BE49-F238E27FC236}">
                <a16:creationId xmlns:a16="http://schemas.microsoft.com/office/drawing/2014/main" id="{6437A34E-6949-4712-91FD-B1FD79EA5826}"/>
              </a:ext>
            </a:extLst>
          </p:cNvPr>
          <p:cNvSpPr>
            <a:spLocks xmlns:a="http://schemas.openxmlformats.org/drawingml/2006/main" noGrp="1"/>
          </p:cNvSpPr>
          <p:nvPr/>
        </p:nvSpPr>
        <p:spPr>
          <a:xfrm xmlns:a="http://schemas.openxmlformats.org/drawingml/2006/main">
            <a:off x="685800" y="5029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100" b="1" i="0">
                <a:solidFill>
                  <a:srgbClr val="13231B"/>
                </a:solidFill>
              </a:defRPr>
            </a:defPPr>
            <a:lvl1pPr algn="l">
              <a:defRPr sz="2100" b="1" i="0">
                <a:solidFill>
                  <a:srgbClr val="13231B"/>
                </a:solidFill>
              </a:defRPr>
            </a:lvl1pPr>
            <a:lvl2pPr algn="l">
              <a:defRPr sz="2100" b="1" i="0">
                <a:solidFill>
                  <a:srgbClr val="13231B"/>
                </a:solidFill>
              </a:defRPr>
            </a:lvl2pPr>
            <a:lvl3pPr algn="l">
              <a:defRPr sz="2100" b="1" i="0">
                <a:solidFill>
                  <a:srgbClr val="13231B"/>
                </a:solidFill>
              </a:defRPr>
            </a:lvl3pPr>
            <a:lvl4pPr algn="l">
              <a:defRPr sz="2100" b="1" i="0">
                <a:solidFill>
                  <a:srgbClr val="13231B"/>
                </a:solidFill>
              </a:defRPr>
            </a:lvl4pPr>
            <a:lvl5pPr algn="l">
              <a:defRPr sz="2100" b="1" i="0">
                <a:solidFill>
                  <a:srgbClr val="13231B"/>
                </a:solidFill>
              </a:defRPr>
            </a:lvl5pPr>
            <a:lvl6pPr algn="l">
              <a:defRPr sz="2100" b="1" i="0">
                <a:solidFill>
                  <a:srgbClr val="13231B"/>
                </a:solidFill>
              </a:defRPr>
            </a:lvl6pPr>
            <a:lvl7pPr algn="l">
              <a:defRPr sz="2100" b="1" i="0">
                <a:solidFill>
                  <a:srgbClr val="13231B"/>
                </a:solidFill>
              </a:defRPr>
            </a:lvl7pPr>
            <a:lvl8pPr algn="l">
              <a:defRPr sz="2100" b="1" i="0">
                <a:solidFill>
                  <a:srgbClr val="13231B"/>
                </a:solidFill>
              </a:defRPr>
            </a:lvl8pPr>
            <a:lvl9pPr algn="l">
              <a:defRPr sz="2100" b="1" i="0">
                <a:solidFill>
                  <a:srgbClr val="13231B"/>
                </a:solidFill>
              </a:defRPr>
            </a:lvl9pPr>
          </a:lstStyle>
          <a:p xmlns:a="http://schemas.openxmlformats.org/drawingml/2006/main">
            <a:pPr algn="l">
              <a:defRPr sz="2100" b="1" i="0">
                <a:solidFill>
                  <a:srgbClr val="13231B"/>
                </a:solidFill>
              </a:defRPr>
            </a:pPr>
            <a:r>
              <a:rPr sz="2100" b="1" i="0">
                <a:solidFill>
                  <a:srgbClr val="13231B"/>
                </a:solidFill>
              </a:rPr>
              <a:t>Shortfalls surface late. Plans change. Supplier trust is hard to judge.</a:t>
            </a:r>
          </a:p>
        </p:txBody>
      </p:sp>
    </p:spTree>
    <p:extLst>
      <p:ext uri="{BB962C8B-B14F-4D97-AF65-F5344CB8AC3E}">
        <p14:creationId xmlns:p14="http://schemas.microsoft.com/office/powerpoint/2010/main" val="1183017437"/>
      </p:ext>
    </p:extLst>
  </p:cSld>
</p:sld>
</file>

<file path=ppt/slides/slide3.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586544-1312-4ECD-8E6D-9BB80B3C8863}"/>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02  /  WHY THE GAP PERSISTS</a:t>
            </a:r>
          </a:p>
        </p:txBody>
      </p:sp>
      <p:sp>
        <p:nvSpPr>
          <p:cNvPr id="2" name="">
            <a:extLst xmlns:a="http://schemas.openxmlformats.org/drawingml/2006/main">
              <a:ext uri="{FF2B5EF4-FFF2-40B4-BE49-F238E27FC236}">
                <a16:creationId xmlns:a16="http://schemas.microsoft.com/office/drawing/2014/main" id="{C4988A46-5D3C-4BB7-BF94-8E07404B93DD}"/>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One sourcing decision spans three records</a:t>
            </a:r>
          </a:p>
        </p:txBody>
      </p:sp>
      <p:sp>
        <p:nvSpPr>
          <p:cNvPr id="3" name="">
            <a:extLst xmlns:a="http://schemas.openxmlformats.org/drawingml/2006/main">
              <a:ext uri="{FF2B5EF4-FFF2-40B4-BE49-F238E27FC236}">
                <a16:creationId xmlns:a16="http://schemas.microsoft.com/office/drawing/2014/main" id="{41933F4E-4739-4101-A49C-06B56257E542}"/>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DD383E-441C-47BC-B3C3-27FC93E14726}"/>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EF2CAA3C-1ADA-4126-A9E6-FEA2D4F98A60}"/>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03</a:t>
            </a:r>
          </a:p>
        </p:txBody>
      </p:sp>
      <p:sp>
        <p:nvSpPr>
          <p:cNvPr id="6" name="">
            <a:extLst xmlns:a="http://schemas.openxmlformats.org/drawingml/2006/main">
              <a:ext uri="{FF2B5EF4-FFF2-40B4-BE49-F238E27FC236}">
                <a16:creationId xmlns:a16="http://schemas.microsoft.com/office/drawing/2014/main" id="{E8F4137A-7988-4D62-A268-EAB0DB43BE29}"/>
              </a:ext>
            </a:extLst>
          </p:cNvPr>
          <p:cNvSpPr>
            <a:spLocks xmlns:a="http://schemas.openxmlformats.org/drawingml/2006/main" noGrp="1"/>
          </p:cNvSpPr>
          <p:nvPr/>
        </p:nvSpPr>
        <p:spPr>
          <a:xfrm xmlns:a="http://schemas.openxmlformats.org/drawingml/2006/main">
            <a:off x="685800" y="16954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927"/>
          </a:bodyPr>
          <a:lstStyle xmlns:a="http://schemas.openxmlformats.org/drawingml/2006/main">
            <a:defPPr algn="l">
              <a:defRPr sz="1725" b="0" i="0">
                <a:solidFill>
                  <a:srgbClr val="758078"/>
                </a:solidFill>
              </a:defRPr>
            </a:defPPr>
            <a:lvl1pPr algn="l">
              <a:defRPr sz="1725" b="0" i="0">
                <a:solidFill>
                  <a:srgbClr val="758078"/>
                </a:solidFill>
              </a:defRPr>
            </a:lvl1pPr>
            <a:lvl2pPr algn="l">
              <a:defRPr sz="1725" b="0" i="0">
                <a:solidFill>
                  <a:srgbClr val="758078"/>
                </a:solidFill>
              </a:defRPr>
            </a:lvl2pPr>
            <a:lvl3pPr algn="l">
              <a:defRPr sz="1725" b="0" i="0">
                <a:solidFill>
                  <a:srgbClr val="758078"/>
                </a:solidFill>
              </a:defRPr>
            </a:lvl3pPr>
            <a:lvl4pPr algn="l">
              <a:defRPr sz="1725" b="0" i="0">
                <a:solidFill>
                  <a:srgbClr val="758078"/>
                </a:solidFill>
              </a:defRPr>
            </a:lvl4pPr>
            <a:lvl5pPr algn="l">
              <a:defRPr sz="1725" b="0" i="0">
                <a:solidFill>
                  <a:srgbClr val="758078"/>
                </a:solidFill>
              </a:defRPr>
            </a:lvl5pPr>
            <a:lvl6pPr algn="l">
              <a:defRPr sz="1725" b="0" i="0">
                <a:solidFill>
                  <a:srgbClr val="758078"/>
                </a:solidFill>
              </a:defRPr>
            </a:lvl6pPr>
            <a:lvl7pPr algn="l">
              <a:defRPr sz="1725" b="0" i="0">
                <a:solidFill>
                  <a:srgbClr val="758078"/>
                </a:solidFill>
              </a:defRPr>
            </a:lvl7pPr>
            <a:lvl8pPr algn="l">
              <a:defRPr sz="1725" b="0" i="0">
                <a:solidFill>
                  <a:srgbClr val="758078"/>
                </a:solidFill>
              </a:defRPr>
            </a:lvl8pPr>
            <a:lvl9pPr algn="l">
              <a:defRPr sz="1725" b="0" i="0">
                <a:solidFill>
                  <a:srgbClr val="758078"/>
                </a:solidFill>
              </a:defRPr>
            </a:lvl9pPr>
          </a:lstStyle>
          <a:p xmlns:a="http://schemas.openxmlformats.org/drawingml/2006/main">
            <a:pPr algn="l">
              <a:defRPr sz="1725" b="0" i="0">
                <a:solidFill>
                  <a:srgbClr val="758078"/>
                </a:solidFill>
              </a:defRPr>
            </a:pPr>
            <a:r>
              <a:rPr sz="1725" b="0" i="0">
                <a:solidFill>
                  <a:srgbClr val="758078"/>
                </a:solidFill>
              </a:rPr>
              <a:t>Today’s information is split across the procurement plan, the collective’s harvest estimate, and the processor’s batch or compliance record.</a:t>
            </a:r>
          </a:p>
        </p:txBody>
      </p:sp>
      <p:sp>
        <p:nvSpPr>
          <p:cNvPr id="7" name="">
            <a:extLst xmlns:a="http://schemas.openxmlformats.org/drawingml/2006/main">
              <a:ext uri="{FF2B5EF4-FFF2-40B4-BE49-F238E27FC236}">
                <a16:creationId xmlns:a16="http://schemas.microsoft.com/office/drawing/2014/main" id="{289F939F-858D-4A36-95F0-892DA3D5E1E0}"/>
              </a:ext>
            </a:extLst>
          </p:cNvPr>
          <p:cNvSpPr>
            <a:spLocks xmlns:a="http://schemas.openxmlformats.org/drawingml/2006/main" noGrp="1"/>
          </p:cNvSpPr>
          <p:nvPr/>
        </p:nvSpPr>
        <p:spPr>
          <a:xfrm xmlns:a="http://schemas.openxmlformats.org/drawingml/2006/main">
            <a:off x="819150" y="29146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PROCESSOR DEMAND</a:t>
            </a:r>
          </a:p>
        </p:txBody>
      </p:sp>
      <p:sp>
        <p:nvSpPr>
          <p:cNvPr id="8" name="">
            <a:extLst xmlns:a="http://schemas.openxmlformats.org/drawingml/2006/main">
              <a:ext uri="{FF2B5EF4-FFF2-40B4-BE49-F238E27FC236}">
                <a16:creationId xmlns:a16="http://schemas.microsoft.com/office/drawing/2014/main" id="{23A22E61-ACCA-4AEB-BB02-6E94FB8C213C}"/>
              </a:ext>
            </a:extLst>
          </p:cNvPr>
          <p:cNvSpPr>
            <a:spLocks xmlns:a="http://schemas.openxmlformats.org/drawingml/2006/main" noGrp="1"/>
          </p:cNvSpPr>
          <p:nvPr/>
        </p:nvSpPr>
        <p:spPr>
          <a:xfrm xmlns:a="http://schemas.openxmlformats.org/drawingml/2006/main">
            <a:off x="819150" y="33147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025" b="1" i="0">
                <a:solidFill>
                  <a:srgbClr val="13231B"/>
                </a:solidFill>
              </a:defRPr>
            </a:defPPr>
            <a:lvl1pPr algn="l">
              <a:defRPr sz="2025" b="1" i="0">
                <a:solidFill>
                  <a:srgbClr val="13231B"/>
                </a:solidFill>
              </a:defRPr>
            </a:lvl1pPr>
            <a:lvl2pPr algn="l">
              <a:defRPr sz="2025" b="1" i="0">
                <a:solidFill>
                  <a:srgbClr val="13231B"/>
                </a:solidFill>
              </a:defRPr>
            </a:lvl2pPr>
            <a:lvl3pPr algn="l">
              <a:defRPr sz="2025" b="1" i="0">
                <a:solidFill>
                  <a:srgbClr val="13231B"/>
                </a:solidFill>
              </a:defRPr>
            </a:lvl3pPr>
            <a:lvl4pPr algn="l">
              <a:defRPr sz="2025" b="1" i="0">
                <a:solidFill>
                  <a:srgbClr val="13231B"/>
                </a:solidFill>
              </a:defRPr>
            </a:lvl4pPr>
            <a:lvl5pPr algn="l">
              <a:defRPr sz="2025" b="1" i="0">
                <a:solidFill>
                  <a:srgbClr val="13231B"/>
                </a:solidFill>
              </a:defRPr>
            </a:lvl5pPr>
            <a:lvl6pPr algn="l">
              <a:defRPr sz="2025" b="1" i="0">
                <a:solidFill>
                  <a:srgbClr val="13231B"/>
                </a:solidFill>
              </a:defRPr>
            </a:lvl6pPr>
            <a:lvl7pPr algn="l">
              <a:defRPr sz="2025" b="1" i="0">
                <a:solidFill>
                  <a:srgbClr val="13231B"/>
                </a:solidFill>
              </a:defRPr>
            </a:lvl7pPr>
            <a:lvl8pPr algn="l">
              <a:defRPr sz="2025" b="1" i="0">
                <a:solidFill>
                  <a:srgbClr val="13231B"/>
                </a:solidFill>
              </a:defRPr>
            </a:lvl8pPr>
            <a:lvl9pPr algn="l">
              <a:defRPr sz="2025" b="1" i="0">
                <a:solidFill>
                  <a:srgbClr val="13231B"/>
                </a:solidFill>
              </a:defRPr>
            </a:lvl9pPr>
          </a:lstStyle>
          <a:p xmlns:a="http://schemas.openxmlformats.org/drawingml/2006/main">
            <a:pPr algn="l">
              <a:defRPr sz="2025" b="1" i="0">
                <a:solidFill>
                  <a:srgbClr val="13231B"/>
                </a:solidFill>
              </a:defRPr>
            </a:pPr>
            <a:r>
              <a:rPr sz="2025" b="1" i="0">
                <a:solidFill>
                  <a:srgbClr val="13231B"/>
                </a:solidFill>
              </a:rPr>
              <a:t>What is needed?</a:t>
            </a:r>
          </a:p>
        </p:txBody>
      </p:sp>
      <p:sp>
        <p:nvSpPr>
          <p:cNvPr id="9" name="">
            <a:extLst xmlns:a="http://schemas.openxmlformats.org/drawingml/2006/main">
              <a:ext uri="{FF2B5EF4-FFF2-40B4-BE49-F238E27FC236}">
                <a16:creationId xmlns:a16="http://schemas.microsoft.com/office/drawing/2014/main" id="{38952DD5-5819-448C-A582-23D53FFF2B5D}"/>
              </a:ext>
            </a:extLst>
          </p:cNvPr>
          <p:cNvSpPr>
            <a:spLocks xmlns:a="http://schemas.openxmlformats.org/drawingml/2006/main" noGrp="1"/>
          </p:cNvSpPr>
          <p:nvPr/>
        </p:nvSpPr>
        <p:spPr>
          <a:xfrm xmlns:a="http://schemas.openxmlformats.org/drawingml/2006/main">
            <a:off x="819150" y="39052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0" i="0">
                <a:solidFill>
                  <a:srgbClr val="758078"/>
                </a:solidFill>
              </a:defRPr>
            </a:defPPr>
            <a:lvl1pPr algn="l">
              <a:defRPr sz="1575" b="0" i="0">
                <a:solidFill>
                  <a:srgbClr val="758078"/>
                </a:solidFill>
              </a:defRPr>
            </a:lvl1pPr>
            <a:lvl2pPr algn="l">
              <a:defRPr sz="1575" b="0" i="0">
                <a:solidFill>
                  <a:srgbClr val="758078"/>
                </a:solidFill>
              </a:defRPr>
            </a:lvl2pPr>
            <a:lvl3pPr algn="l">
              <a:defRPr sz="1575" b="0" i="0">
                <a:solidFill>
                  <a:srgbClr val="758078"/>
                </a:solidFill>
              </a:defRPr>
            </a:lvl3pPr>
            <a:lvl4pPr algn="l">
              <a:defRPr sz="1575" b="0" i="0">
                <a:solidFill>
                  <a:srgbClr val="758078"/>
                </a:solidFill>
              </a:defRPr>
            </a:lvl4pPr>
            <a:lvl5pPr algn="l">
              <a:defRPr sz="1575" b="0" i="0">
                <a:solidFill>
                  <a:srgbClr val="758078"/>
                </a:solidFill>
              </a:defRPr>
            </a:lvl5pPr>
            <a:lvl6pPr algn="l">
              <a:defRPr sz="1575" b="0" i="0">
                <a:solidFill>
                  <a:srgbClr val="758078"/>
                </a:solidFill>
              </a:defRPr>
            </a:lvl6pPr>
            <a:lvl7pPr algn="l">
              <a:defRPr sz="1575" b="0" i="0">
                <a:solidFill>
                  <a:srgbClr val="758078"/>
                </a:solidFill>
              </a:defRPr>
            </a:lvl7pPr>
            <a:lvl8pPr algn="l">
              <a:defRPr sz="1575" b="0" i="0">
                <a:solidFill>
                  <a:srgbClr val="758078"/>
                </a:solidFill>
              </a:defRPr>
            </a:lvl8pPr>
            <a:lvl9pPr algn="l">
              <a:defRPr sz="1575" b="0" i="0">
                <a:solidFill>
                  <a:srgbClr val="758078"/>
                </a:solidFill>
              </a:defRPr>
            </a:lvl9pPr>
          </a:lstStyle>
          <a:p xmlns:a="http://schemas.openxmlformats.org/drawingml/2006/main">
            <a:pPr algn="l">
              <a:defRPr sz="1575" b="0" i="0">
                <a:solidFill>
                  <a:srgbClr val="758078"/>
                </a:solidFill>
              </a:defRPr>
            </a:pPr>
            <a:r>
              <a:rPr sz="1575" b="0" i="0">
                <a:solidFill>
                  <a:srgbClr val="758078"/>
                </a:solidFill>
              </a:rPr>
              <a:t>Crop · quantity</a:t>
            </a:r>
          </a:p>
          <a:p xmlns:a="http://schemas.openxmlformats.org/drawingml/2006/main">
            <a:pPr algn="l">
              <a:defRPr sz="1575" b="0" i="0">
                <a:solidFill>
                  <a:srgbClr val="758078"/>
                </a:solidFill>
              </a:defRPr>
            </a:pPr>
            <a:r>
              <a:rPr sz="1575" b="0" i="0">
                <a:solidFill>
                  <a:srgbClr val="758078"/>
                </a:solidFill>
              </a:rPr>
              <a:t>quality · delivery window</a:t>
            </a:r>
          </a:p>
        </p:txBody>
      </p:sp>
      <p:sp>
        <p:nvSpPr>
          <p:cNvPr id="10" name="">
            <a:extLst xmlns:a="http://schemas.openxmlformats.org/drawingml/2006/main">
              <a:ext uri="{FF2B5EF4-FFF2-40B4-BE49-F238E27FC236}">
                <a16:creationId xmlns:a16="http://schemas.microsoft.com/office/drawing/2014/main" id="{29FE9A7B-4A2E-4777-B572-9C70C3C10DFA}"/>
              </a:ext>
            </a:extLst>
          </p:cNvPr>
          <p:cNvSpPr>
            <a:spLocks xmlns:a="http://schemas.openxmlformats.org/drawingml/2006/main" noGrp="1"/>
          </p:cNvSpPr>
          <p:nvPr/>
        </p:nvSpPr>
        <p:spPr>
          <a:xfrm xmlns:a="http://schemas.openxmlformats.org/drawingml/2006/main">
            <a:off x="3581400" y="3524250"/>
            <a:ext cx="762000" cy="2857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F806211-82A2-49B1-8A01-E3BE3BC997E6}"/>
              </a:ext>
            </a:extLst>
          </p:cNvPr>
          <p:cNvSpPr>
            <a:spLocks xmlns:a="http://schemas.openxmlformats.org/drawingml/2006/main" noGrp="1"/>
          </p:cNvSpPr>
          <p:nvPr/>
        </p:nvSpPr>
        <p:spPr>
          <a:xfrm xmlns:a="http://schemas.openxmlformats.org/drawingml/2006/main">
            <a:off x="3924300" y="3209925"/>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b="1" i="0">
                <a:solidFill>
                  <a:srgbClr val="D9784C"/>
                </a:solidFill>
              </a:defRPr>
            </a:defPPr>
            <a:lvl1pPr algn="ctr">
              <a:defRPr sz="1950" b="1" i="0">
                <a:solidFill>
                  <a:srgbClr val="D9784C"/>
                </a:solidFill>
              </a:defRPr>
            </a:lvl1pPr>
            <a:lvl2pPr algn="ctr">
              <a:defRPr sz="1950" b="1" i="0">
                <a:solidFill>
                  <a:srgbClr val="D9784C"/>
                </a:solidFill>
              </a:defRPr>
            </a:lvl2pPr>
            <a:lvl3pPr algn="ctr">
              <a:defRPr sz="1950" b="1" i="0">
                <a:solidFill>
                  <a:srgbClr val="D9784C"/>
                </a:solidFill>
              </a:defRPr>
            </a:lvl3pPr>
            <a:lvl4pPr algn="ctr">
              <a:defRPr sz="1950" b="1" i="0">
                <a:solidFill>
                  <a:srgbClr val="D9784C"/>
                </a:solidFill>
              </a:defRPr>
            </a:lvl4pPr>
            <a:lvl5pPr algn="ctr">
              <a:defRPr sz="1950" b="1" i="0">
                <a:solidFill>
                  <a:srgbClr val="D9784C"/>
                </a:solidFill>
              </a:defRPr>
            </a:lvl5pPr>
            <a:lvl6pPr algn="ctr">
              <a:defRPr sz="1950" b="1" i="0">
                <a:solidFill>
                  <a:srgbClr val="D9784C"/>
                </a:solidFill>
              </a:defRPr>
            </a:lvl6pPr>
            <a:lvl7pPr algn="ctr">
              <a:defRPr sz="1950" b="1" i="0">
                <a:solidFill>
                  <a:srgbClr val="D9784C"/>
                </a:solidFill>
              </a:defRPr>
            </a:lvl7pPr>
            <a:lvl8pPr algn="ctr">
              <a:defRPr sz="1950" b="1" i="0">
                <a:solidFill>
                  <a:srgbClr val="D9784C"/>
                </a:solidFill>
              </a:defRPr>
            </a:lvl8pPr>
            <a:lvl9pPr algn="ctr">
              <a:defRPr sz="1950" b="1" i="0">
                <a:solidFill>
                  <a:srgbClr val="D9784C"/>
                </a:solidFill>
              </a:defRPr>
            </a:lvl9pPr>
          </a:lstStyle>
          <a:p xmlns:a="http://schemas.openxmlformats.org/drawingml/2006/main">
            <a:pPr algn="ctr">
              <a:defRPr sz="1950" b="1" i="0">
                <a:solidFill>
                  <a:srgbClr val="D9784C"/>
                </a:solidFill>
              </a:defRPr>
            </a:pPr>
            <a:r>
              <a:rPr sz="1950" b="1" i="0">
                <a:solidFill>
                  <a:srgbClr val="D9784C"/>
                </a:solidFill>
              </a:rPr>
              <a:t>?</a:t>
            </a:r>
          </a:p>
        </p:txBody>
      </p:sp>
      <p:sp>
        <p:nvSpPr>
          <p:cNvPr id="12" name="">
            <a:extLst xmlns:a="http://schemas.openxmlformats.org/drawingml/2006/main">
              <a:ext uri="{FF2B5EF4-FFF2-40B4-BE49-F238E27FC236}">
                <a16:creationId xmlns:a16="http://schemas.microsoft.com/office/drawing/2014/main" id="{2FF8E07C-6D33-4870-9649-F0459611604A}"/>
              </a:ext>
            </a:extLst>
          </p:cNvPr>
          <p:cNvSpPr>
            <a:spLocks xmlns:a="http://schemas.openxmlformats.org/drawingml/2006/main" noGrp="1"/>
          </p:cNvSpPr>
          <p:nvPr/>
        </p:nvSpPr>
        <p:spPr>
          <a:xfrm xmlns:a="http://schemas.openxmlformats.org/drawingml/2006/main">
            <a:off x="4524375" y="29146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COLLECTIVE COMMITMENT</a:t>
            </a:r>
          </a:p>
        </p:txBody>
      </p:sp>
      <p:sp>
        <p:nvSpPr>
          <p:cNvPr id="13" name="">
            <a:extLst xmlns:a="http://schemas.openxmlformats.org/drawingml/2006/main">
              <a:ext uri="{FF2B5EF4-FFF2-40B4-BE49-F238E27FC236}">
                <a16:creationId xmlns:a16="http://schemas.microsoft.com/office/drawing/2014/main" id="{DD273928-ABA8-415D-A3AF-DA1E82B48B50}"/>
              </a:ext>
            </a:extLst>
          </p:cNvPr>
          <p:cNvSpPr>
            <a:spLocks xmlns:a="http://schemas.openxmlformats.org/drawingml/2006/main" noGrp="1"/>
          </p:cNvSpPr>
          <p:nvPr/>
        </p:nvSpPr>
        <p:spPr>
          <a:xfrm xmlns:a="http://schemas.openxmlformats.org/drawingml/2006/main">
            <a:off x="4524375" y="33147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025" b="1" i="0">
                <a:solidFill>
                  <a:srgbClr val="13231B"/>
                </a:solidFill>
              </a:defRPr>
            </a:defPPr>
            <a:lvl1pPr algn="l">
              <a:defRPr sz="2025" b="1" i="0">
                <a:solidFill>
                  <a:srgbClr val="13231B"/>
                </a:solidFill>
              </a:defRPr>
            </a:lvl1pPr>
            <a:lvl2pPr algn="l">
              <a:defRPr sz="2025" b="1" i="0">
                <a:solidFill>
                  <a:srgbClr val="13231B"/>
                </a:solidFill>
              </a:defRPr>
            </a:lvl2pPr>
            <a:lvl3pPr algn="l">
              <a:defRPr sz="2025" b="1" i="0">
                <a:solidFill>
                  <a:srgbClr val="13231B"/>
                </a:solidFill>
              </a:defRPr>
            </a:lvl3pPr>
            <a:lvl4pPr algn="l">
              <a:defRPr sz="2025" b="1" i="0">
                <a:solidFill>
                  <a:srgbClr val="13231B"/>
                </a:solidFill>
              </a:defRPr>
            </a:lvl4pPr>
            <a:lvl5pPr algn="l">
              <a:defRPr sz="2025" b="1" i="0">
                <a:solidFill>
                  <a:srgbClr val="13231B"/>
                </a:solidFill>
              </a:defRPr>
            </a:lvl5pPr>
            <a:lvl6pPr algn="l">
              <a:defRPr sz="2025" b="1" i="0">
                <a:solidFill>
                  <a:srgbClr val="13231B"/>
                </a:solidFill>
              </a:defRPr>
            </a:lvl6pPr>
            <a:lvl7pPr algn="l">
              <a:defRPr sz="2025" b="1" i="0">
                <a:solidFill>
                  <a:srgbClr val="13231B"/>
                </a:solidFill>
              </a:defRPr>
            </a:lvl7pPr>
            <a:lvl8pPr algn="l">
              <a:defRPr sz="2025" b="1" i="0">
                <a:solidFill>
                  <a:srgbClr val="13231B"/>
                </a:solidFill>
              </a:defRPr>
            </a:lvl8pPr>
            <a:lvl9pPr algn="l">
              <a:defRPr sz="2025" b="1" i="0">
                <a:solidFill>
                  <a:srgbClr val="13231B"/>
                </a:solidFill>
              </a:defRPr>
            </a:lvl9pPr>
          </a:lstStyle>
          <a:p xmlns:a="http://schemas.openxmlformats.org/drawingml/2006/main">
            <a:pPr algn="l">
              <a:defRPr sz="2025" b="1" i="0">
                <a:solidFill>
                  <a:srgbClr val="13231B"/>
                </a:solidFill>
              </a:defRPr>
            </a:pPr>
            <a:r>
              <a:rPr sz="2025" b="1" i="0">
                <a:solidFill>
                  <a:srgbClr val="13231B"/>
                </a:solidFill>
              </a:rPr>
              <a:t>What can be pooled?</a:t>
            </a:r>
          </a:p>
        </p:txBody>
      </p:sp>
      <p:sp>
        <p:nvSpPr>
          <p:cNvPr id="14" name="">
            <a:extLst xmlns:a="http://schemas.openxmlformats.org/drawingml/2006/main">
              <a:ext uri="{FF2B5EF4-FFF2-40B4-BE49-F238E27FC236}">
                <a16:creationId xmlns:a16="http://schemas.microsoft.com/office/drawing/2014/main" id="{D9553556-7103-4C1F-89B0-072DBA8E8F85}"/>
              </a:ext>
            </a:extLst>
          </p:cNvPr>
          <p:cNvSpPr>
            <a:spLocks xmlns:a="http://schemas.openxmlformats.org/drawingml/2006/main" noGrp="1"/>
          </p:cNvSpPr>
          <p:nvPr/>
        </p:nvSpPr>
        <p:spPr>
          <a:xfrm xmlns:a="http://schemas.openxmlformats.org/drawingml/2006/main">
            <a:off x="4524375" y="39052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0" i="0">
                <a:solidFill>
                  <a:srgbClr val="758078"/>
                </a:solidFill>
              </a:defRPr>
            </a:defPPr>
            <a:lvl1pPr algn="l">
              <a:defRPr sz="1575" b="0" i="0">
                <a:solidFill>
                  <a:srgbClr val="758078"/>
                </a:solidFill>
              </a:defRPr>
            </a:lvl1pPr>
            <a:lvl2pPr algn="l">
              <a:defRPr sz="1575" b="0" i="0">
                <a:solidFill>
                  <a:srgbClr val="758078"/>
                </a:solidFill>
              </a:defRPr>
            </a:lvl2pPr>
            <a:lvl3pPr algn="l">
              <a:defRPr sz="1575" b="0" i="0">
                <a:solidFill>
                  <a:srgbClr val="758078"/>
                </a:solidFill>
              </a:defRPr>
            </a:lvl3pPr>
            <a:lvl4pPr algn="l">
              <a:defRPr sz="1575" b="0" i="0">
                <a:solidFill>
                  <a:srgbClr val="758078"/>
                </a:solidFill>
              </a:defRPr>
            </a:lvl4pPr>
            <a:lvl5pPr algn="l">
              <a:defRPr sz="1575" b="0" i="0">
                <a:solidFill>
                  <a:srgbClr val="758078"/>
                </a:solidFill>
              </a:defRPr>
            </a:lvl5pPr>
            <a:lvl6pPr algn="l">
              <a:defRPr sz="1575" b="0" i="0">
                <a:solidFill>
                  <a:srgbClr val="758078"/>
                </a:solidFill>
              </a:defRPr>
            </a:lvl6pPr>
            <a:lvl7pPr algn="l">
              <a:defRPr sz="1575" b="0" i="0">
                <a:solidFill>
                  <a:srgbClr val="758078"/>
                </a:solidFill>
              </a:defRPr>
            </a:lvl7pPr>
            <a:lvl8pPr algn="l">
              <a:defRPr sz="1575" b="0" i="0">
                <a:solidFill>
                  <a:srgbClr val="758078"/>
                </a:solidFill>
              </a:defRPr>
            </a:lvl8pPr>
            <a:lvl9pPr algn="l">
              <a:defRPr sz="1575" b="0" i="0">
                <a:solidFill>
                  <a:srgbClr val="758078"/>
                </a:solidFill>
              </a:defRPr>
            </a:lvl9pPr>
          </a:lstStyle>
          <a:p xmlns:a="http://schemas.openxmlformats.org/drawingml/2006/main">
            <a:pPr algn="l">
              <a:defRPr sz="1575" b="0" i="0">
                <a:solidFill>
                  <a:srgbClr val="758078"/>
                </a:solidFill>
              </a:defRPr>
            </a:pPr>
            <a:r>
              <a:rPr sz="1575" b="0" i="0">
                <a:solidFill>
                  <a:srgbClr val="758078"/>
                </a:solidFill>
              </a:rPr>
              <a:t>Farm estimates</a:t>
            </a:r>
          </a:p>
          <a:p xmlns:a="http://schemas.openxmlformats.org/drawingml/2006/main">
            <a:pPr algn="l">
              <a:defRPr sz="1575" b="0" i="0">
                <a:solidFill>
                  <a:srgbClr val="758078"/>
                </a:solidFill>
              </a:defRPr>
            </a:pPr>
            <a:r>
              <a:rPr sz="1575" b="0" i="0">
                <a:solidFill>
                  <a:srgbClr val="758078"/>
                </a:solidFill>
              </a:rPr>
              <a:t>confirmed lots · timing</a:t>
            </a:r>
          </a:p>
        </p:txBody>
      </p:sp>
      <p:sp>
        <p:nvSpPr>
          <p:cNvPr id="15" name="">
            <a:extLst xmlns:a="http://schemas.openxmlformats.org/drawingml/2006/main">
              <a:ext uri="{FF2B5EF4-FFF2-40B4-BE49-F238E27FC236}">
                <a16:creationId xmlns:a16="http://schemas.microsoft.com/office/drawing/2014/main" id="{6B0438CA-5925-4E4A-91D1-B91C56028899}"/>
              </a:ext>
            </a:extLst>
          </p:cNvPr>
          <p:cNvSpPr>
            <a:spLocks xmlns:a="http://schemas.openxmlformats.org/drawingml/2006/main" noGrp="1"/>
          </p:cNvSpPr>
          <p:nvPr/>
        </p:nvSpPr>
        <p:spPr>
          <a:xfrm xmlns:a="http://schemas.openxmlformats.org/drawingml/2006/main">
            <a:off x="7286625" y="3524250"/>
            <a:ext cx="762000" cy="2857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A6CBD10-2B6B-4682-9146-11F8CB68484B}"/>
              </a:ext>
            </a:extLst>
          </p:cNvPr>
          <p:cNvSpPr>
            <a:spLocks xmlns:a="http://schemas.openxmlformats.org/drawingml/2006/main" noGrp="1"/>
          </p:cNvSpPr>
          <p:nvPr/>
        </p:nvSpPr>
        <p:spPr>
          <a:xfrm xmlns:a="http://schemas.openxmlformats.org/drawingml/2006/main">
            <a:off x="7629525" y="3209925"/>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b="1" i="0">
                <a:solidFill>
                  <a:srgbClr val="D9784C"/>
                </a:solidFill>
              </a:defRPr>
            </a:defPPr>
            <a:lvl1pPr algn="ctr">
              <a:defRPr sz="1950" b="1" i="0">
                <a:solidFill>
                  <a:srgbClr val="D9784C"/>
                </a:solidFill>
              </a:defRPr>
            </a:lvl1pPr>
            <a:lvl2pPr algn="ctr">
              <a:defRPr sz="1950" b="1" i="0">
                <a:solidFill>
                  <a:srgbClr val="D9784C"/>
                </a:solidFill>
              </a:defRPr>
            </a:lvl2pPr>
            <a:lvl3pPr algn="ctr">
              <a:defRPr sz="1950" b="1" i="0">
                <a:solidFill>
                  <a:srgbClr val="D9784C"/>
                </a:solidFill>
              </a:defRPr>
            </a:lvl3pPr>
            <a:lvl4pPr algn="ctr">
              <a:defRPr sz="1950" b="1" i="0">
                <a:solidFill>
                  <a:srgbClr val="D9784C"/>
                </a:solidFill>
              </a:defRPr>
            </a:lvl4pPr>
            <a:lvl5pPr algn="ctr">
              <a:defRPr sz="1950" b="1" i="0">
                <a:solidFill>
                  <a:srgbClr val="D9784C"/>
                </a:solidFill>
              </a:defRPr>
            </a:lvl5pPr>
            <a:lvl6pPr algn="ctr">
              <a:defRPr sz="1950" b="1" i="0">
                <a:solidFill>
                  <a:srgbClr val="D9784C"/>
                </a:solidFill>
              </a:defRPr>
            </a:lvl6pPr>
            <a:lvl7pPr algn="ctr">
              <a:defRPr sz="1950" b="1" i="0">
                <a:solidFill>
                  <a:srgbClr val="D9784C"/>
                </a:solidFill>
              </a:defRPr>
            </a:lvl7pPr>
            <a:lvl8pPr algn="ctr">
              <a:defRPr sz="1950" b="1" i="0">
                <a:solidFill>
                  <a:srgbClr val="D9784C"/>
                </a:solidFill>
              </a:defRPr>
            </a:lvl8pPr>
            <a:lvl9pPr algn="ctr">
              <a:defRPr sz="1950" b="1" i="0">
                <a:solidFill>
                  <a:srgbClr val="D9784C"/>
                </a:solidFill>
              </a:defRPr>
            </a:lvl9pPr>
          </a:lstStyle>
          <a:p xmlns:a="http://schemas.openxmlformats.org/drawingml/2006/main">
            <a:pPr algn="ctr">
              <a:defRPr sz="1950" b="1" i="0">
                <a:solidFill>
                  <a:srgbClr val="D9784C"/>
                </a:solidFill>
              </a:defRPr>
            </a:pPr>
            <a:r>
              <a:rPr sz="1950" b="1" i="0">
                <a:solidFill>
                  <a:srgbClr val="D9784C"/>
                </a:solidFill>
              </a:rPr>
              <a:t>?</a:t>
            </a:r>
          </a:p>
        </p:txBody>
      </p:sp>
      <p:sp>
        <p:nvSpPr>
          <p:cNvPr id="17" name="">
            <a:extLst xmlns:a="http://schemas.openxmlformats.org/drawingml/2006/main">
              <a:ext uri="{FF2B5EF4-FFF2-40B4-BE49-F238E27FC236}">
                <a16:creationId xmlns:a16="http://schemas.microsoft.com/office/drawing/2014/main" id="{B74AC7B7-B36E-45F6-98FD-86261F03E1AB}"/>
              </a:ext>
            </a:extLst>
          </p:cNvPr>
          <p:cNvSpPr>
            <a:spLocks xmlns:a="http://schemas.openxmlformats.org/drawingml/2006/main" noGrp="1"/>
          </p:cNvSpPr>
          <p:nvPr/>
        </p:nvSpPr>
        <p:spPr>
          <a:xfrm xmlns:a="http://schemas.openxmlformats.org/drawingml/2006/main">
            <a:off x="8229600" y="29146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BATCH EVIDENCE</a:t>
            </a:r>
          </a:p>
        </p:txBody>
      </p:sp>
      <p:sp>
        <p:nvSpPr>
          <p:cNvPr id="18" name="">
            <a:extLst xmlns:a="http://schemas.openxmlformats.org/drawingml/2006/main">
              <a:ext uri="{FF2B5EF4-FFF2-40B4-BE49-F238E27FC236}">
                <a16:creationId xmlns:a16="http://schemas.microsoft.com/office/drawing/2014/main" id="{924C0275-4480-4D44-B015-A7E9E66A440C}"/>
              </a:ext>
            </a:extLst>
          </p:cNvPr>
          <p:cNvSpPr>
            <a:spLocks xmlns:a="http://schemas.openxmlformats.org/drawingml/2006/main" noGrp="1"/>
          </p:cNvSpPr>
          <p:nvPr/>
        </p:nvSpPr>
        <p:spPr>
          <a:xfrm xmlns:a="http://schemas.openxmlformats.org/drawingml/2006/main">
            <a:off x="8229600" y="33147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025" b="1" i="0">
                <a:solidFill>
                  <a:srgbClr val="13231B"/>
                </a:solidFill>
              </a:defRPr>
            </a:defPPr>
            <a:lvl1pPr algn="l">
              <a:defRPr sz="2025" b="1" i="0">
                <a:solidFill>
                  <a:srgbClr val="13231B"/>
                </a:solidFill>
              </a:defRPr>
            </a:lvl1pPr>
            <a:lvl2pPr algn="l">
              <a:defRPr sz="2025" b="1" i="0">
                <a:solidFill>
                  <a:srgbClr val="13231B"/>
                </a:solidFill>
              </a:defRPr>
            </a:lvl2pPr>
            <a:lvl3pPr algn="l">
              <a:defRPr sz="2025" b="1" i="0">
                <a:solidFill>
                  <a:srgbClr val="13231B"/>
                </a:solidFill>
              </a:defRPr>
            </a:lvl3pPr>
            <a:lvl4pPr algn="l">
              <a:defRPr sz="2025" b="1" i="0">
                <a:solidFill>
                  <a:srgbClr val="13231B"/>
                </a:solidFill>
              </a:defRPr>
            </a:lvl4pPr>
            <a:lvl5pPr algn="l">
              <a:defRPr sz="2025" b="1" i="0">
                <a:solidFill>
                  <a:srgbClr val="13231B"/>
                </a:solidFill>
              </a:defRPr>
            </a:lvl5pPr>
            <a:lvl6pPr algn="l">
              <a:defRPr sz="2025" b="1" i="0">
                <a:solidFill>
                  <a:srgbClr val="13231B"/>
                </a:solidFill>
              </a:defRPr>
            </a:lvl6pPr>
            <a:lvl7pPr algn="l">
              <a:defRPr sz="2025" b="1" i="0">
                <a:solidFill>
                  <a:srgbClr val="13231B"/>
                </a:solidFill>
              </a:defRPr>
            </a:lvl7pPr>
            <a:lvl8pPr algn="l">
              <a:defRPr sz="2025" b="1" i="0">
                <a:solidFill>
                  <a:srgbClr val="13231B"/>
                </a:solidFill>
              </a:defRPr>
            </a:lvl8pPr>
            <a:lvl9pPr algn="l">
              <a:defRPr sz="2025" b="1" i="0">
                <a:solidFill>
                  <a:srgbClr val="13231B"/>
                </a:solidFill>
              </a:defRPr>
            </a:lvl9pPr>
          </a:lstStyle>
          <a:p xmlns:a="http://schemas.openxmlformats.org/drawingml/2006/main">
            <a:pPr algn="l">
              <a:defRPr sz="2025" b="1" i="0">
                <a:solidFill>
                  <a:srgbClr val="13231B"/>
                </a:solidFill>
              </a:defRPr>
            </a:pPr>
            <a:r>
              <a:rPr sz="2025" b="1" i="0">
                <a:solidFill>
                  <a:srgbClr val="13231B"/>
                </a:solidFill>
              </a:rPr>
              <a:t>What arrived?</a:t>
            </a:r>
          </a:p>
        </p:txBody>
      </p:sp>
      <p:sp>
        <p:nvSpPr>
          <p:cNvPr id="19" name="">
            <a:extLst xmlns:a="http://schemas.openxmlformats.org/drawingml/2006/main">
              <a:ext uri="{FF2B5EF4-FFF2-40B4-BE49-F238E27FC236}">
                <a16:creationId xmlns:a16="http://schemas.microsoft.com/office/drawing/2014/main" id="{1426E8BB-600E-41C0-8D43-7394CF9E52F2}"/>
              </a:ext>
            </a:extLst>
          </p:cNvPr>
          <p:cNvSpPr>
            <a:spLocks xmlns:a="http://schemas.openxmlformats.org/drawingml/2006/main" noGrp="1"/>
          </p:cNvSpPr>
          <p:nvPr/>
        </p:nvSpPr>
        <p:spPr>
          <a:xfrm xmlns:a="http://schemas.openxmlformats.org/drawingml/2006/main">
            <a:off x="8229600" y="39052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75" b="0" i="0">
                <a:solidFill>
                  <a:srgbClr val="758078"/>
                </a:solidFill>
              </a:defRPr>
            </a:defPPr>
            <a:lvl1pPr algn="l">
              <a:defRPr sz="1575" b="0" i="0">
                <a:solidFill>
                  <a:srgbClr val="758078"/>
                </a:solidFill>
              </a:defRPr>
            </a:lvl1pPr>
            <a:lvl2pPr algn="l">
              <a:defRPr sz="1575" b="0" i="0">
                <a:solidFill>
                  <a:srgbClr val="758078"/>
                </a:solidFill>
              </a:defRPr>
            </a:lvl2pPr>
            <a:lvl3pPr algn="l">
              <a:defRPr sz="1575" b="0" i="0">
                <a:solidFill>
                  <a:srgbClr val="758078"/>
                </a:solidFill>
              </a:defRPr>
            </a:lvl3pPr>
            <a:lvl4pPr algn="l">
              <a:defRPr sz="1575" b="0" i="0">
                <a:solidFill>
                  <a:srgbClr val="758078"/>
                </a:solidFill>
              </a:defRPr>
            </a:lvl4pPr>
            <a:lvl5pPr algn="l">
              <a:defRPr sz="1575" b="0" i="0">
                <a:solidFill>
                  <a:srgbClr val="758078"/>
                </a:solidFill>
              </a:defRPr>
            </a:lvl5pPr>
            <a:lvl6pPr algn="l">
              <a:defRPr sz="1575" b="0" i="0">
                <a:solidFill>
                  <a:srgbClr val="758078"/>
                </a:solidFill>
              </a:defRPr>
            </a:lvl6pPr>
            <a:lvl7pPr algn="l">
              <a:defRPr sz="1575" b="0" i="0">
                <a:solidFill>
                  <a:srgbClr val="758078"/>
                </a:solidFill>
              </a:defRPr>
            </a:lvl7pPr>
            <a:lvl8pPr algn="l">
              <a:defRPr sz="1575" b="0" i="0">
                <a:solidFill>
                  <a:srgbClr val="758078"/>
                </a:solidFill>
              </a:defRPr>
            </a:lvl8pPr>
            <a:lvl9pPr algn="l">
              <a:defRPr sz="1575" b="0" i="0">
                <a:solidFill>
                  <a:srgbClr val="758078"/>
                </a:solidFill>
              </a:defRPr>
            </a:lvl9pPr>
          </a:lstStyle>
          <a:p xmlns:a="http://schemas.openxmlformats.org/drawingml/2006/main">
            <a:pPr algn="l">
              <a:defRPr sz="1575" b="0" i="0">
                <a:solidFill>
                  <a:srgbClr val="758078"/>
                </a:solidFill>
              </a:defRPr>
            </a:pPr>
            <a:r>
              <a:rPr sz="1575" b="0" i="0">
                <a:solidFill>
                  <a:srgbClr val="758078"/>
                </a:solidFill>
              </a:rPr>
              <a:t>Origin · quantity</a:t>
            </a:r>
          </a:p>
          <a:p xmlns:a="http://schemas.openxmlformats.org/drawingml/2006/main">
            <a:pPr algn="l">
              <a:defRPr sz="1575" b="0" i="0">
                <a:solidFill>
                  <a:srgbClr val="758078"/>
                </a:solidFill>
              </a:defRPr>
            </a:pPr>
            <a:r>
              <a:rPr sz="1575" b="0" i="0">
                <a:solidFill>
                  <a:srgbClr val="758078"/>
                </a:solidFill>
              </a:rPr>
              <a:t>handling · receipt</a:t>
            </a:r>
          </a:p>
        </p:txBody>
      </p:sp>
      <p:sp>
        <p:nvSpPr>
          <p:cNvPr id="20" name="">
            <a:extLst xmlns:a="http://schemas.openxmlformats.org/drawingml/2006/main">
              <a:ext uri="{FF2B5EF4-FFF2-40B4-BE49-F238E27FC236}">
                <a16:creationId xmlns:a16="http://schemas.microsoft.com/office/drawing/2014/main" id="{61C557E0-D78B-464A-AD68-C4B1CF7B273C}"/>
              </a:ext>
            </a:extLst>
          </p:cNvPr>
          <p:cNvSpPr>
            <a:spLocks xmlns:a="http://schemas.openxmlformats.org/drawingml/2006/main" noGrp="1"/>
          </p:cNvSpPr>
          <p:nvPr/>
        </p:nvSpPr>
        <p:spPr>
          <a:xfrm xmlns:a="http://schemas.openxmlformats.org/drawingml/2006/main">
            <a:off x="685800" y="5210175"/>
            <a:ext cx="10820400" cy="19050"/>
          </a:xfrm>
          <a:prstGeom xmlns:a="http://schemas.openxmlformats.org/drawingml/2006/main" prst="rect">
            <a:avLst/>
          </a:prstGeom>
          <a:solidFill xmlns:a="http://schemas.openxmlformats.org/drawingml/2006/main">
            <a:srgbClr val="163E2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CBE093B-0F26-4F67-9A5C-A078A9ED1737}"/>
              </a:ext>
            </a:extLst>
          </p:cNvPr>
          <p:cNvSpPr>
            <a:spLocks xmlns:a="http://schemas.openxmlformats.org/drawingml/2006/main" noGrp="1"/>
          </p:cNvSpPr>
          <p:nvPr/>
        </p:nvSpPr>
        <p:spPr>
          <a:xfrm xmlns:a="http://schemas.openxmlformats.org/drawingml/2006/main">
            <a:off x="685800" y="54102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1" i="0">
                <a:solidFill>
                  <a:srgbClr val="D9784C"/>
                </a:solidFill>
              </a:defRPr>
            </a:defPPr>
            <a:lvl1pPr algn="l">
              <a:defRPr sz="1425" b="1" i="0">
                <a:solidFill>
                  <a:srgbClr val="D9784C"/>
                </a:solidFill>
              </a:defRPr>
            </a:lvl1pPr>
            <a:lvl2pPr algn="l">
              <a:defRPr sz="1425" b="1" i="0">
                <a:solidFill>
                  <a:srgbClr val="D9784C"/>
                </a:solidFill>
              </a:defRPr>
            </a:lvl2pPr>
            <a:lvl3pPr algn="l">
              <a:defRPr sz="1425" b="1" i="0">
                <a:solidFill>
                  <a:srgbClr val="D9784C"/>
                </a:solidFill>
              </a:defRPr>
            </a:lvl3pPr>
            <a:lvl4pPr algn="l">
              <a:defRPr sz="1425" b="1" i="0">
                <a:solidFill>
                  <a:srgbClr val="D9784C"/>
                </a:solidFill>
              </a:defRPr>
            </a:lvl4pPr>
            <a:lvl5pPr algn="l">
              <a:defRPr sz="1425" b="1" i="0">
                <a:solidFill>
                  <a:srgbClr val="D9784C"/>
                </a:solidFill>
              </a:defRPr>
            </a:lvl5pPr>
            <a:lvl6pPr algn="l">
              <a:defRPr sz="1425" b="1" i="0">
                <a:solidFill>
                  <a:srgbClr val="D9784C"/>
                </a:solidFill>
              </a:defRPr>
            </a:lvl6pPr>
            <a:lvl7pPr algn="l">
              <a:defRPr sz="1425" b="1" i="0">
                <a:solidFill>
                  <a:srgbClr val="D9784C"/>
                </a:solidFill>
              </a:defRPr>
            </a:lvl7pPr>
            <a:lvl8pPr algn="l">
              <a:defRPr sz="1425" b="1" i="0">
                <a:solidFill>
                  <a:srgbClr val="D9784C"/>
                </a:solidFill>
              </a:defRPr>
            </a:lvl8pPr>
            <a:lvl9pPr algn="l">
              <a:defRPr sz="1425" b="1" i="0">
                <a:solidFill>
                  <a:srgbClr val="D9784C"/>
                </a:solidFill>
              </a:defRPr>
            </a:lvl9pPr>
          </a:lstStyle>
          <a:p xmlns:a="http://schemas.openxmlformats.org/drawingml/2006/main">
            <a:pPr algn="l">
              <a:defRPr sz="1425" b="1" i="0">
                <a:solidFill>
                  <a:srgbClr val="D9784C"/>
                </a:solidFill>
              </a:defRPr>
            </a:pPr>
            <a:r>
              <a:rPr sz="1425" b="1" i="0">
                <a:solidFill>
                  <a:srgbClr val="D9784C"/>
                </a:solidFill>
              </a:rPr>
              <a:t>Missing layer</a:t>
            </a:r>
          </a:p>
        </p:txBody>
      </p:sp>
      <p:sp>
        <p:nvSpPr>
          <p:cNvPr id="22" name="">
            <a:extLst xmlns:a="http://schemas.openxmlformats.org/drawingml/2006/main">
              <a:ext uri="{FF2B5EF4-FFF2-40B4-BE49-F238E27FC236}">
                <a16:creationId xmlns:a16="http://schemas.microsoft.com/office/drawing/2014/main" id="{6C17B808-CA49-451F-ADC0-FD37D4104DBF}"/>
              </a:ext>
            </a:extLst>
          </p:cNvPr>
          <p:cNvSpPr>
            <a:spLocks xmlns:a="http://schemas.openxmlformats.org/drawingml/2006/main" noGrp="1"/>
          </p:cNvSpPr>
          <p:nvPr/>
        </p:nvSpPr>
        <p:spPr>
          <a:xfrm xmlns:a="http://schemas.openxmlformats.org/drawingml/2006/main">
            <a:off x="2714625" y="535305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i="0">
                <a:solidFill>
                  <a:srgbClr val="163E2D"/>
                </a:solidFill>
              </a:defRPr>
            </a:defPPr>
            <a:lvl1pPr algn="l">
              <a:defRPr sz="1950" b="1" i="0">
                <a:solidFill>
                  <a:srgbClr val="163E2D"/>
                </a:solidFill>
              </a:defRPr>
            </a:lvl1pPr>
            <a:lvl2pPr algn="l">
              <a:defRPr sz="1950" b="1" i="0">
                <a:solidFill>
                  <a:srgbClr val="163E2D"/>
                </a:solidFill>
              </a:defRPr>
            </a:lvl2pPr>
            <a:lvl3pPr algn="l">
              <a:defRPr sz="1950" b="1" i="0">
                <a:solidFill>
                  <a:srgbClr val="163E2D"/>
                </a:solidFill>
              </a:defRPr>
            </a:lvl3pPr>
            <a:lvl4pPr algn="l">
              <a:defRPr sz="1950" b="1" i="0">
                <a:solidFill>
                  <a:srgbClr val="163E2D"/>
                </a:solidFill>
              </a:defRPr>
            </a:lvl4pPr>
            <a:lvl5pPr algn="l">
              <a:defRPr sz="1950" b="1" i="0">
                <a:solidFill>
                  <a:srgbClr val="163E2D"/>
                </a:solidFill>
              </a:defRPr>
            </a:lvl5pPr>
            <a:lvl6pPr algn="l">
              <a:defRPr sz="1950" b="1" i="0">
                <a:solidFill>
                  <a:srgbClr val="163E2D"/>
                </a:solidFill>
              </a:defRPr>
            </a:lvl6pPr>
            <a:lvl7pPr algn="l">
              <a:defRPr sz="1950" b="1" i="0">
                <a:solidFill>
                  <a:srgbClr val="163E2D"/>
                </a:solidFill>
              </a:defRPr>
            </a:lvl7pPr>
            <a:lvl8pPr algn="l">
              <a:defRPr sz="1950" b="1" i="0">
                <a:solidFill>
                  <a:srgbClr val="163E2D"/>
                </a:solidFill>
              </a:defRPr>
            </a:lvl8pPr>
            <a:lvl9pPr algn="l">
              <a:defRPr sz="1950" b="1" i="0">
                <a:solidFill>
                  <a:srgbClr val="163E2D"/>
                </a:solidFill>
              </a:defRPr>
            </a:lvl9pPr>
          </a:lstStyle>
          <a:p xmlns:a="http://schemas.openxmlformats.org/drawingml/2006/main">
            <a:pPr algn="l">
              <a:defRPr sz="1950" b="1" i="0">
                <a:solidFill>
                  <a:srgbClr val="163E2D"/>
                </a:solidFill>
              </a:defRPr>
            </a:pPr>
            <a:r>
              <a:rPr sz="1950" b="1" i="0">
                <a:solidFill>
                  <a:srgbClr val="163E2D"/>
                </a:solidFill>
              </a:rPr>
              <a:t>A shared, time-aware view of expected → confirmed → delivered supply</a:t>
            </a:r>
          </a:p>
        </p:txBody>
      </p:sp>
    </p:spTree>
    <p:extLst>
      <p:ext uri="{BB962C8B-B14F-4D97-AF65-F5344CB8AC3E}">
        <p14:creationId xmlns:p14="http://schemas.microsoft.com/office/powerpoint/2010/main" val="595822898"/>
      </p:ext>
    </p:extLst>
  </p:cSld>
</p:sld>
</file>

<file path=ppt/slides/slide4.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AEEEE3C-28CC-406D-91C3-639602360A15}"/>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03  /  THE PRODUCT</a:t>
            </a:r>
          </a:p>
        </p:txBody>
      </p:sp>
      <p:sp>
        <p:nvSpPr>
          <p:cNvPr id="2" name="">
            <a:extLst xmlns:a="http://schemas.openxmlformats.org/drawingml/2006/main">
              <a:ext uri="{FF2B5EF4-FFF2-40B4-BE49-F238E27FC236}">
                <a16:creationId xmlns:a16="http://schemas.microsoft.com/office/drawing/2014/main" id="{5ABBD8BF-D7CF-4525-8840-17D3D9DCDE8D}"/>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SupplySure turns a demand plan into a proof trail</a:t>
            </a:r>
          </a:p>
        </p:txBody>
      </p:sp>
      <p:sp>
        <p:nvSpPr>
          <p:cNvPr id="3" name="">
            <a:extLst xmlns:a="http://schemas.openxmlformats.org/drawingml/2006/main">
              <a:ext uri="{FF2B5EF4-FFF2-40B4-BE49-F238E27FC236}">
                <a16:creationId xmlns:a16="http://schemas.microsoft.com/office/drawing/2014/main" id="{429F3E1B-2FDA-4672-A19A-6174BC9D3E06}"/>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39A26F-8353-467F-8795-C229BC573D13}"/>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6BDC3309-C6DE-4226-AE4E-B891AA93E264}"/>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04</a:t>
            </a:r>
          </a:p>
        </p:txBody>
      </p:sp>
      <p:sp>
        <p:nvSpPr>
          <p:cNvPr id="6" name="">
            <a:extLst xmlns:a="http://schemas.openxmlformats.org/drawingml/2006/main">
              <a:ext uri="{FF2B5EF4-FFF2-40B4-BE49-F238E27FC236}">
                <a16:creationId xmlns:a16="http://schemas.microsoft.com/office/drawing/2014/main" id="{14990656-1F20-40DF-84A3-35B168FB43BA}"/>
              </a:ext>
            </a:extLst>
          </p:cNvPr>
          <p:cNvSpPr>
            <a:spLocks xmlns:a="http://schemas.openxmlformats.org/drawingml/2006/main" noGrp="1"/>
          </p:cNvSpPr>
          <p:nvPr/>
        </p:nvSpPr>
        <p:spPr>
          <a:xfrm xmlns:a="http://schemas.openxmlformats.org/drawingml/2006/main">
            <a:off x="742950" y="2124075"/>
            <a:ext cx="647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01</a:t>
            </a:r>
          </a:p>
        </p:txBody>
      </p:sp>
      <p:sp>
        <p:nvSpPr>
          <p:cNvPr id="7" name="">
            <a:extLst xmlns:a="http://schemas.openxmlformats.org/drawingml/2006/main">
              <a:ext uri="{FF2B5EF4-FFF2-40B4-BE49-F238E27FC236}">
                <a16:creationId xmlns:a16="http://schemas.microsoft.com/office/drawing/2014/main" id="{A1397C74-E934-4028-A5A5-23DF04A30450}"/>
              </a:ext>
            </a:extLst>
          </p:cNvPr>
          <p:cNvSpPr>
            <a:spLocks xmlns:a="http://schemas.openxmlformats.org/drawingml/2006/main" noGrp="1"/>
          </p:cNvSpPr>
          <p:nvPr/>
        </p:nvSpPr>
        <p:spPr>
          <a:xfrm xmlns:a="http://schemas.openxmlformats.org/drawingml/2006/main">
            <a:off x="742950" y="2628900"/>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161"/>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PLAN</a:t>
            </a:r>
          </a:p>
        </p:txBody>
      </p:sp>
      <p:sp>
        <p:nvSpPr>
          <p:cNvPr id="8" name="">
            <a:extLst xmlns:a="http://schemas.openxmlformats.org/drawingml/2006/main">
              <a:ext uri="{FF2B5EF4-FFF2-40B4-BE49-F238E27FC236}">
                <a16:creationId xmlns:a16="http://schemas.microsoft.com/office/drawing/2014/main" id="{9E924EF3-1818-4E2B-A736-F9AAC7745B3D}"/>
              </a:ext>
            </a:extLst>
          </p:cNvPr>
          <p:cNvSpPr>
            <a:spLocks xmlns:a="http://schemas.openxmlformats.org/drawingml/2006/main" noGrp="1"/>
          </p:cNvSpPr>
          <p:nvPr/>
        </p:nvSpPr>
        <p:spPr>
          <a:xfrm xmlns:a="http://schemas.openxmlformats.org/drawingml/2006/main">
            <a:off x="742950" y="3143250"/>
            <a:ext cx="2514600" cy="285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2EB40C-0B59-4E80-812E-8F2448DD2C84}"/>
              </a:ext>
            </a:extLst>
          </p:cNvPr>
          <p:cNvSpPr>
            <a:spLocks xmlns:a="http://schemas.openxmlformats.org/drawingml/2006/main" noGrp="1"/>
          </p:cNvSpPr>
          <p:nvPr/>
        </p:nvSpPr>
        <p:spPr>
          <a:xfrm xmlns:a="http://schemas.openxmlformats.org/drawingml/2006/main">
            <a:off x="742950" y="3390900"/>
            <a:ext cx="2514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Processor publishes crop, volume, quality, location and delivery window.</a:t>
            </a:r>
          </a:p>
        </p:txBody>
      </p:sp>
      <p:sp>
        <p:nvSpPr>
          <p:cNvPr id="10" name="">
            <a:extLst xmlns:a="http://schemas.openxmlformats.org/drawingml/2006/main">
              <a:ext uri="{FF2B5EF4-FFF2-40B4-BE49-F238E27FC236}">
                <a16:creationId xmlns:a16="http://schemas.microsoft.com/office/drawing/2014/main" id="{D30C0067-3260-4BDB-8838-A0E0749F1F58}"/>
              </a:ext>
            </a:extLst>
          </p:cNvPr>
          <p:cNvSpPr>
            <a:spLocks xmlns:a="http://schemas.openxmlformats.org/drawingml/2006/main" noGrp="1"/>
          </p:cNvSpPr>
          <p:nvPr/>
        </p:nvSpPr>
        <p:spPr>
          <a:xfrm xmlns:a="http://schemas.openxmlformats.org/drawingml/2006/main">
            <a:off x="3276600" y="30575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1048"/>
          </a:bodyPr>
          <a:lstStyle xmlns:a="http://schemas.openxmlformats.org/drawingml/2006/main">
            <a:defPPr algn="ctr">
              <a:defRPr sz="1800" b="1" i="0">
                <a:solidFill>
                  <a:srgbClr val="758078"/>
                </a:solidFill>
              </a:defRPr>
            </a:defPPr>
            <a:lvl1pPr algn="ctr">
              <a:defRPr sz="1800" b="1" i="0">
                <a:solidFill>
                  <a:srgbClr val="758078"/>
                </a:solidFill>
              </a:defRPr>
            </a:lvl1pPr>
            <a:lvl2pPr algn="ctr">
              <a:defRPr sz="1800" b="1" i="0">
                <a:solidFill>
                  <a:srgbClr val="758078"/>
                </a:solidFill>
              </a:defRPr>
            </a:lvl2pPr>
            <a:lvl3pPr algn="ctr">
              <a:defRPr sz="1800" b="1" i="0">
                <a:solidFill>
                  <a:srgbClr val="758078"/>
                </a:solidFill>
              </a:defRPr>
            </a:lvl3pPr>
            <a:lvl4pPr algn="ctr">
              <a:defRPr sz="1800" b="1" i="0">
                <a:solidFill>
                  <a:srgbClr val="758078"/>
                </a:solidFill>
              </a:defRPr>
            </a:lvl4pPr>
            <a:lvl5pPr algn="ctr">
              <a:defRPr sz="1800" b="1" i="0">
                <a:solidFill>
                  <a:srgbClr val="758078"/>
                </a:solidFill>
              </a:defRPr>
            </a:lvl5pPr>
            <a:lvl6pPr algn="ctr">
              <a:defRPr sz="1800" b="1" i="0">
                <a:solidFill>
                  <a:srgbClr val="758078"/>
                </a:solidFill>
              </a:defRPr>
            </a:lvl6pPr>
            <a:lvl7pPr algn="ctr">
              <a:defRPr sz="1800" b="1" i="0">
                <a:solidFill>
                  <a:srgbClr val="758078"/>
                </a:solidFill>
              </a:defRPr>
            </a:lvl7pPr>
            <a:lvl8pPr algn="ctr">
              <a:defRPr sz="1800" b="1" i="0">
                <a:solidFill>
                  <a:srgbClr val="758078"/>
                </a:solidFill>
              </a:defRPr>
            </a:lvl8pPr>
            <a:lvl9pPr algn="ctr">
              <a:defRPr sz="1800" b="1" i="0">
                <a:solidFill>
                  <a:srgbClr val="758078"/>
                </a:solidFill>
              </a:defRPr>
            </a:lvl9pPr>
          </a:lstStyle>
          <a:p xmlns:a="http://schemas.openxmlformats.org/drawingml/2006/main">
            <a:pPr algn="ctr">
              <a:defRPr sz="1800" b="1" i="0">
                <a:solidFill>
                  <a:srgbClr val="758078"/>
                </a:solidFill>
              </a:defRPr>
            </a:pPr>
            <a:r>
              <a:rPr sz="1800" b="1" i="0">
                <a:solidFill>
                  <a:srgbClr val="758078"/>
                </a:solidFill>
              </a:rPr>
              <a:t>→</a:t>
            </a:r>
          </a:p>
        </p:txBody>
      </p:sp>
      <p:sp>
        <p:nvSpPr>
          <p:cNvPr id="11" name="">
            <a:extLst xmlns:a="http://schemas.openxmlformats.org/drawingml/2006/main">
              <a:ext uri="{FF2B5EF4-FFF2-40B4-BE49-F238E27FC236}">
                <a16:creationId xmlns:a16="http://schemas.microsoft.com/office/drawing/2014/main" id="{230452BE-89C0-403B-ADA5-7C5CD3647020}"/>
              </a:ext>
            </a:extLst>
          </p:cNvPr>
          <p:cNvSpPr>
            <a:spLocks xmlns:a="http://schemas.openxmlformats.org/drawingml/2006/main" noGrp="1"/>
          </p:cNvSpPr>
          <p:nvPr/>
        </p:nvSpPr>
        <p:spPr>
          <a:xfrm xmlns:a="http://schemas.openxmlformats.org/drawingml/2006/main">
            <a:off x="3524250" y="2124075"/>
            <a:ext cx="647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02</a:t>
            </a:r>
          </a:p>
        </p:txBody>
      </p:sp>
      <p:sp>
        <p:nvSpPr>
          <p:cNvPr id="12" name="">
            <a:extLst xmlns:a="http://schemas.openxmlformats.org/drawingml/2006/main">
              <a:ext uri="{FF2B5EF4-FFF2-40B4-BE49-F238E27FC236}">
                <a16:creationId xmlns:a16="http://schemas.microsoft.com/office/drawing/2014/main" id="{F101E67F-C3E1-4C14-8E5C-4B6C6892F376}"/>
              </a:ext>
            </a:extLst>
          </p:cNvPr>
          <p:cNvSpPr>
            <a:spLocks xmlns:a="http://schemas.openxmlformats.org/drawingml/2006/main" noGrp="1"/>
          </p:cNvSpPr>
          <p:nvPr/>
        </p:nvSpPr>
        <p:spPr>
          <a:xfrm xmlns:a="http://schemas.openxmlformats.org/drawingml/2006/main">
            <a:off x="3524250" y="2628900"/>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161"/>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POOL</a:t>
            </a:r>
          </a:p>
        </p:txBody>
      </p:sp>
      <p:sp>
        <p:nvSpPr>
          <p:cNvPr id="13" name="">
            <a:extLst xmlns:a="http://schemas.openxmlformats.org/drawingml/2006/main">
              <a:ext uri="{FF2B5EF4-FFF2-40B4-BE49-F238E27FC236}">
                <a16:creationId xmlns:a16="http://schemas.microsoft.com/office/drawing/2014/main" id="{BE9A328E-6275-4F89-B7F1-7D5E30CB63F8}"/>
              </a:ext>
            </a:extLst>
          </p:cNvPr>
          <p:cNvSpPr>
            <a:spLocks xmlns:a="http://schemas.openxmlformats.org/drawingml/2006/main" noGrp="1"/>
          </p:cNvSpPr>
          <p:nvPr/>
        </p:nvSpPr>
        <p:spPr>
          <a:xfrm xmlns:a="http://schemas.openxmlformats.org/drawingml/2006/main">
            <a:off x="3524250" y="3143250"/>
            <a:ext cx="2514600" cy="285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29BB5D-7901-4E6B-9E72-C99C891A44E5}"/>
              </a:ext>
            </a:extLst>
          </p:cNvPr>
          <p:cNvSpPr>
            <a:spLocks xmlns:a="http://schemas.openxmlformats.org/drawingml/2006/main" noGrp="1"/>
          </p:cNvSpPr>
          <p:nvPr/>
        </p:nvSpPr>
        <p:spPr>
          <a:xfrm xmlns:a="http://schemas.openxmlformats.org/drawingml/2006/main">
            <a:off x="3524250" y="3390900"/>
            <a:ext cx="2514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Collective combines member harvest estimates into a supply commitment.</a:t>
            </a:r>
          </a:p>
        </p:txBody>
      </p:sp>
      <p:sp>
        <p:nvSpPr>
          <p:cNvPr id="15" name="">
            <a:extLst xmlns:a="http://schemas.openxmlformats.org/drawingml/2006/main">
              <a:ext uri="{FF2B5EF4-FFF2-40B4-BE49-F238E27FC236}">
                <a16:creationId xmlns:a16="http://schemas.microsoft.com/office/drawing/2014/main" id="{AB6ED3A7-D1B4-49E3-B583-0B872826BAAE}"/>
              </a:ext>
            </a:extLst>
          </p:cNvPr>
          <p:cNvSpPr>
            <a:spLocks xmlns:a="http://schemas.openxmlformats.org/drawingml/2006/main" noGrp="1"/>
          </p:cNvSpPr>
          <p:nvPr/>
        </p:nvSpPr>
        <p:spPr>
          <a:xfrm xmlns:a="http://schemas.openxmlformats.org/drawingml/2006/main">
            <a:off x="6057900" y="30575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1048"/>
          </a:bodyPr>
          <a:lstStyle xmlns:a="http://schemas.openxmlformats.org/drawingml/2006/main">
            <a:defPPr algn="ctr">
              <a:defRPr sz="1800" b="1" i="0">
                <a:solidFill>
                  <a:srgbClr val="758078"/>
                </a:solidFill>
              </a:defRPr>
            </a:defPPr>
            <a:lvl1pPr algn="ctr">
              <a:defRPr sz="1800" b="1" i="0">
                <a:solidFill>
                  <a:srgbClr val="758078"/>
                </a:solidFill>
              </a:defRPr>
            </a:lvl1pPr>
            <a:lvl2pPr algn="ctr">
              <a:defRPr sz="1800" b="1" i="0">
                <a:solidFill>
                  <a:srgbClr val="758078"/>
                </a:solidFill>
              </a:defRPr>
            </a:lvl2pPr>
            <a:lvl3pPr algn="ctr">
              <a:defRPr sz="1800" b="1" i="0">
                <a:solidFill>
                  <a:srgbClr val="758078"/>
                </a:solidFill>
              </a:defRPr>
            </a:lvl3pPr>
            <a:lvl4pPr algn="ctr">
              <a:defRPr sz="1800" b="1" i="0">
                <a:solidFill>
                  <a:srgbClr val="758078"/>
                </a:solidFill>
              </a:defRPr>
            </a:lvl4pPr>
            <a:lvl5pPr algn="ctr">
              <a:defRPr sz="1800" b="1" i="0">
                <a:solidFill>
                  <a:srgbClr val="758078"/>
                </a:solidFill>
              </a:defRPr>
            </a:lvl5pPr>
            <a:lvl6pPr algn="ctr">
              <a:defRPr sz="1800" b="1" i="0">
                <a:solidFill>
                  <a:srgbClr val="758078"/>
                </a:solidFill>
              </a:defRPr>
            </a:lvl6pPr>
            <a:lvl7pPr algn="ctr">
              <a:defRPr sz="1800" b="1" i="0">
                <a:solidFill>
                  <a:srgbClr val="758078"/>
                </a:solidFill>
              </a:defRPr>
            </a:lvl7pPr>
            <a:lvl8pPr algn="ctr">
              <a:defRPr sz="1800" b="1" i="0">
                <a:solidFill>
                  <a:srgbClr val="758078"/>
                </a:solidFill>
              </a:defRPr>
            </a:lvl8pPr>
            <a:lvl9pPr algn="ctr">
              <a:defRPr sz="1800" b="1" i="0">
                <a:solidFill>
                  <a:srgbClr val="758078"/>
                </a:solidFill>
              </a:defRPr>
            </a:lvl9pPr>
          </a:lstStyle>
          <a:p xmlns:a="http://schemas.openxmlformats.org/drawingml/2006/main">
            <a:pPr algn="ctr">
              <a:defRPr sz="1800" b="1" i="0">
                <a:solidFill>
                  <a:srgbClr val="758078"/>
                </a:solidFill>
              </a:defRPr>
            </a:pPr>
            <a:r>
              <a:rPr sz="1800" b="1" i="0">
                <a:solidFill>
                  <a:srgbClr val="758078"/>
                </a:solidFill>
              </a:rPr>
              <a:t>→</a:t>
            </a:r>
          </a:p>
        </p:txBody>
      </p:sp>
      <p:sp>
        <p:nvSpPr>
          <p:cNvPr id="16" name="">
            <a:extLst xmlns:a="http://schemas.openxmlformats.org/drawingml/2006/main">
              <a:ext uri="{FF2B5EF4-FFF2-40B4-BE49-F238E27FC236}">
                <a16:creationId xmlns:a16="http://schemas.microsoft.com/office/drawing/2014/main" id="{888B8DD1-6FB4-4845-B5BC-DE8F408A2B27}"/>
              </a:ext>
            </a:extLst>
          </p:cNvPr>
          <p:cNvSpPr>
            <a:spLocks xmlns:a="http://schemas.openxmlformats.org/drawingml/2006/main" noGrp="1"/>
          </p:cNvSpPr>
          <p:nvPr/>
        </p:nvSpPr>
        <p:spPr>
          <a:xfrm xmlns:a="http://schemas.openxmlformats.org/drawingml/2006/main">
            <a:off x="6305550" y="2124075"/>
            <a:ext cx="647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03</a:t>
            </a:r>
          </a:p>
        </p:txBody>
      </p:sp>
      <p:sp>
        <p:nvSpPr>
          <p:cNvPr id="17" name="">
            <a:extLst xmlns:a="http://schemas.openxmlformats.org/drawingml/2006/main">
              <a:ext uri="{FF2B5EF4-FFF2-40B4-BE49-F238E27FC236}">
                <a16:creationId xmlns:a16="http://schemas.microsoft.com/office/drawing/2014/main" id="{E55575C5-2FC9-42A1-9F18-1A9155EAC019}"/>
              </a:ext>
            </a:extLst>
          </p:cNvPr>
          <p:cNvSpPr>
            <a:spLocks xmlns:a="http://schemas.openxmlformats.org/drawingml/2006/main" noGrp="1"/>
          </p:cNvSpPr>
          <p:nvPr/>
        </p:nvSpPr>
        <p:spPr>
          <a:xfrm xmlns:a="http://schemas.openxmlformats.org/drawingml/2006/main">
            <a:off x="6305550" y="2628900"/>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161"/>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FLAG</a:t>
            </a:r>
          </a:p>
        </p:txBody>
      </p:sp>
      <p:sp>
        <p:nvSpPr>
          <p:cNvPr id="18" name="">
            <a:extLst xmlns:a="http://schemas.openxmlformats.org/drawingml/2006/main">
              <a:ext uri="{FF2B5EF4-FFF2-40B4-BE49-F238E27FC236}">
                <a16:creationId xmlns:a16="http://schemas.microsoft.com/office/drawing/2014/main" id="{DAFDCA34-1DB8-4CB2-85D5-E52EA294A071}"/>
              </a:ext>
            </a:extLst>
          </p:cNvPr>
          <p:cNvSpPr>
            <a:spLocks xmlns:a="http://schemas.openxmlformats.org/drawingml/2006/main" noGrp="1"/>
          </p:cNvSpPr>
          <p:nvPr/>
        </p:nvSpPr>
        <p:spPr>
          <a:xfrm xmlns:a="http://schemas.openxmlformats.org/drawingml/2006/main">
            <a:off x="6305550" y="3143250"/>
            <a:ext cx="2514600" cy="285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C5D7B70-05DF-481C-B0CA-63D44EF64B32}"/>
              </a:ext>
            </a:extLst>
          </p:cNvPr>
          <p:cNvSpPr>
            <a:spLocks xmlns:a="http://schemas.openxmlformats.org/drawingml/2006/main" noGrp="1"/>
          </p:cNvSpPr>
          <p:nvPr/>
        </p:nvSpPr>
        <p:spPr>
          <a:xfrm xmlns:a="http://schemas.openxmlformats.org/drawingml/2006/main">
            <a:off x="6305550" y="3390900"/>
            <a:ext cx="2514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System surfaces projected gaps early enough to review alternatives.</a:t>
            </a:r>
          </a:p>
        </p:txBody>
      </p:sp>
      <p:sp>
        <p:nvSpPr>
          <p:cNvPr id="20" name="">
            <a:extLst xmlns:a="http://schemas.openxmlformats.org/drawingml/2006/main">
              <a:ext uri="{FF2B5EF4-FFF2-40B4-BE49-F238E27FC236}">
                <a16:creationId xmlns:a16="http://schemas.microsoft.com/office/drawing/2014/main" id="{E6DC4142-5A83-4DC4-BA8F-E32614C6695E}"/>
              </a:ext>
            </a:extLst>
          </p:cNvPr>
          <p:cNvSpPr>
            <a:spLocks xmlns:a="http://schemas.openxmlformats.org/drawingml/2006/main" noGrp="1"/>
          </p:cNvSpPr>
          <p:nvPr/>
        </p:nvSpPr>
        <p:spPr>
          <a:xfrm xmlns:a="http://schemas.openxmlformats.org/drawingml/2006/main">
            <a:off x="8839200" y="30575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1048"/>
          </a:bodyPr>
          <a:lstStyle xmlns:a="http://schemas.openxmlformats.org/drawingml/2006/main">
            <a:defPPr algn="ctr">
              <a:defRPr sz="1800" b="1" i="0">
                <a:solidFill>
                  <a:srgbClr val="758078"/>
                </a:solidFill>
              </a:defRPr>
            </a:defPPr>
            <a:lvl1pPr algn="ctr">
              <a:defRPr sz="1800" b="1" i="0">
                <a:solidFill>
                  <a:srgbClr val="758078"/>
                </a:solidFill>
              </a:defRPr>
            </a:lvl1pPr>
            <a:lvl2pPr algn="ctr">
              <a:defRPr sz="1800" b="1" i="0">
                <a:solidFill>
                  <a:srgbClr val="758078"/>
                </a:solidFill>
              </a:defRPr>
            </a:lvl2pPr>
            <a:lvl3pPr algn="ctr">
              <a:defRPr sz="1800" b="1" i="0">
                <a:solidFill>
                  <a:srgbClr val="758078"/>
                </a:solidFill>
              </a:defRPr>
            </a:lvl3pPr>
            <a:lvl4pPr algn="ctr">
              <a:defRPr sz="1800" b="1" i="0">
                <a:solidFill>
                  <a:srgbClr val="758078"/>
                </a:solidFill>
              </a:defRPr>
            </a:lvl4pPr>
            <a:lvl5pPr algn="ctr">
              <a:defRPr sz="1800" b="1" i="0">
                <a:solidFill>
                  <a:srgbClr val="758078"/>
                </a:solidFill>
              </a:defRPr>
            </a:lvl5pPr>
            <a:lvl6pPr algn="ctr">
              <a:defRPr sz="1800" b="1" i="0">
                <a:solidFill>
                  <a:srgbClr val="758078"/>
                </a:solidFill>
              </a:defRPr>
            </a:lvl6pPr>
            <a:lvl7pPr algn="ctr">
              <a:defRPr sz="1800" b="1" i="0">
                <a:solidFill>
                  <a:srgbClr val="758078"/>
                </a:solidFill>
              </a:defRPr>
            </a:lvl7pPr>
            <a:lvl8pPr algn="ctr">
              <a:defRPr sz="1800" b="1" i="0">
                <a:solidFill>
                  <a:srgbClr val="758078"/>
                </a:solidFill>
              </a:defRPr>
            </a:lvl8pPr>
            <a:lvl9pPr algn="ctr">
              <a:defRPr sz="1800" b="1" i="0">
                <a:solidFill>
                  <a:srgbClr val="758078"/>
                </a:solidFill>
              </a:defRPr>
            </a:lvl9pPr>
          </a:lstStyle>
          <a:p xmlns:a="http://schemas.openxmlformats.org/drawingml/2006/main">
            <a:pPr algn="ctr">
              <a:defRPr sz="1800" b="1" i="0">
                <a:solidFill>
                  <a:srgbClr val="758078"/>
                </a:solidFill>
              </a:defRPr>
            </a:pPr>
            <a:r>
              <a:rPr sz="1800" b="1" i="0">
                <a:solidFill>
                  <a:srgbClr val="758078"/>
                </a:solidFill>
              </a:rPr>
              <a:t>→</a:t>
            </a:r>
          </a:p>
        </p:txBody>
      </p:sp>
      <p:sp>
        <p:nvSpPr>
          <p:cNvPr id="21" name="">
            <a:extLst xmlns:a="http://schemas.openxmlformats.org/drawingml/2006/main">
              <a:ext uri="{FF2B5EF4-FFF2-40B4-BE49-F238E27FC236}">
                <a16:creationId xmlns:a16="http://schemas.microsoft.com/office/drawing/2014/main" id="{904E5255-32E7-4666-8385-27BFC9EAED98}"/>
              </a:ext>
            </a:extLst>
          </p:cNvPr>
          <p:cNvSpPr>
            <a:spLocks xmlns:a="http://schemas.openxmlformats.org/drawingml/2006/main" noGrp="1"/>
          </p:cNvSpPr>
          <p:nvPr/>
        </p:nvSpPr>
        <p:spPr>
          <a:xfrm xmlns:a="http://schemas.openxmlformats.org/drawingml/2006/main">
            <a:off x="9086850" y="2124075"/>
            <a:ext cx="647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04</a:t>
            </a:r>
          </a:p>
        </p:txBody>
      </p:sp>
      <p:sp>
        <p:nvSpPr>
          <p:cNvPr id="22" name="">
            <a:extLst xmlns:a="http://schemas.openxmlformats.org/drawingml/2006/main">
              <a:ext uri="{FF2B5EF4-FFF2-40B4-BE49-F238E27FC236}">
                <a16:creationId xmlns:a16="http://schemas.microsoft.com/office/drawing/2014/main" id="{D13300EF-2A0B-43CB-B251-6922DB7EA27F}"/>
              </a:ext>
            </a:extLst>
          </p:cNvPr>
          <p:cNvSpPr>
            <a:spLocks xmlns:a="http://schemas.openxmlformats.org/drawingml/2006/main" noGrp="1"/>
          </p:cNvSpPr>
          <p:nvPr/>
        </p:nvSpPr>
        <p:spPr>
          <a:xfrm xmlns:a="http://schemas.openxmlformats.org/drawingml/2006/main">
            <a:off x="9086850" y="2628900"/>
            <a:ext cx="251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161"/>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PROVE</a:t>
            </a:r>
          </a:p>
        </p:txBody>
      </p:sp>
      <p:sp>
        <p:nvSpPr>
          <p:cNvPr id="23" name="">
            <a:extLst xmlns:a="http://schemas.openxmlformats.org/drawingml/2006/main">
              <a:ext uri="{FF2B5EF4-FFF2-40B4-BE49-F238E27FC236}">
                <a16:creationId xmlns:a16="http://schemas.microsoft.com/office/drawing/2014/main" id="{BADE4701-3835-4473-A723-444FDA60850A}"/>
              </a:ext>
            </a:extLst>
          </p:cNvPr>
          <p:cNvSpPr>
            <a:spLocks xmlns:a="http://schemas.openxmlformats.org/drawingml/2006/main" noGrp="1"/>
          </p:cNvSpPr>
          <p:nvPr/>
        </p:nvSpPr>
        <p:spPr>
          <a:xfrm xmlns:a="http://schemas.openxmlformats.org/drawingml/2006/main">
            <a:off x="9086850" y="3143250"/>
            <a:ext cx="2514600" cy="28575"/>
          </a:xfrm>
          <a:prstGeom xmlns:a="http://schemas.openxmlformats.org/drawingml/2006/main" prst="rect">
            <a:avLst/>
          </a:prstGeom>
          <a:solidFill xmlns:a="http://schemas.openxmlformats.org/drawingml/2006/main">
            <a:srgbClr val="D9784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82988AD-A811-438B-86E9-E5235CD429BB}"/>
              </a:ext>
            </a:extLst>
          </p:cNvPr>
          <p:cNvSpPr>
            <a:spLocks xmlns:a="http://schemas.openxmlformats.org/drawingml/2006/main" noGrp="1"/>
          </p:cNvSpPr>
          <p:nvPr/>
        </p:nvSpPr>
        <p:spPr>
          <a:xfrm xmlns:a="http://schemas.openxmlformats.org/drawingml/2006/main">
            <a:off x="9086850" y="3390900"/>
            <a:ext cx="2514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Harvest, dispatch and receipt update the lot’s traceability record.</a:t>
            </a:r>
          </a:p>
        </p:txBody>
      </p:sp>
      <p:sp>
        <p:nvSpPr>
          <p:cNvPr id="25" name="">
            <a:extLst xmlns:a="http://schemas.openxmlformats.org/drawingml/2006/main">
              <a:ext uri="{FF2B5EF4-FFF2-40B4-BE49-F238E27FC236}">
                <a16:creationId xmlns:a16="http://schemas.microsoft.com/office/drawing/2014/main" id="{DDCBD58A-9A34-4C3A-9C99-D8FC606303F6}"/>
              </a:ext>
            </a:extLst>
          </p:cNvPr>
          <p:cNvSpPr>
            <a:spLocks xmlns:a="http://schemas.openxmlformats.org/drawingml/2006/main" noGrp="1"/>
          </p:cNvSpPr>
          <p:nvPr/>
        </p:nvSpPr>
        <p:spPr>
          <a:xfrm xmlns:a="http://schemas.openxmlformats.org/drawingml/2006/main">
            <a:off x="742950" y="52197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758078"/>
                </a:solidFill>
              </a:defRPr>
            </a:defPPr>
            <a:lvl1pPr algn="l">
              <a:defRPr sz="1050" b="1" i="0">
                <a:solidFill>
                  <a:srgbClr val="758078"/>
                </a:solidFill>
              </a:defRPr>
            </a:lvl1pPr>
            <a:lvl2pPr algn="l">
              <a:defRPr sz="1050" b="1" i="0">
                <a:solidFill>
                  <a:srgbClr val="758078"/>
                </a:solidFill>
              </a:defRPr>
            </a:lvl2pPr>
            <a:lvl3pPr algn="l">
              <a:defRPr sz="1050" b="1" i="0">
                <a:solidFill>
                  <a:srgbClr val="758078"/>
                </a:solidFill>
              </a:defRPr>
            </a:lvl3pPr>
            <a:lvl4pPr algn="l">
              <a:defRPr sz="1050" b="1" i="0">
                <a:solidFill>
                  <a:srgbClr val="758078"/>
                </a:solidFill>
              </a:defRPr>
            </a:lvl4pPr>
            <a:lvl5pPr algn="l">
              <a:defRPr sz="1050" b="1" i="0">
                <a:solidFill>
                  <a:srgbClr val="758078"/>
                </a:solidFill>
              </a:defRPr>
            </a:lvl5pPr>
            <a:lvl6pPr algn="l">
              <a:defRPr sz="1050" b="1" i="0">
                <a:solidFill>
                  <a:srgbClr val="758078"/>
                </a:solidFill>
              </a:defRPr>
            </a:lvl6pPr>
            <a:lvl7pPr algn="l">
              <a:defRPr sz="1050" b="1" i="0">
                <a:solidFill>
                  <a:srgbClr val="758078"/>
                </a:solidFill>
              </a:defRPr>
            </a:lvl7pPr>
            <a:lvl8pPr algn="l">
              <a:defRPr sz="1050" b="1" i="0">
                <a:solidFill>
                  <a:srgbClr val="758078"/>
                </a:solidFill>
              </a:defRPr>
            </a:lvl8pPr>
            <a:lvl9pPr algn="l">
              <a:defRPr sz="1050" b="1" i="0">
                <a:solidFill>
                  <a:srgbClr val="758078"/>
                </a:solidFill>
              </a:defRPr>
            </a:lvl9pPr>
          </a:lstStyle>
          <a:p xmlns:a="http://schemas.openxmlformats.org/drawingml/2006/main">
            <a:pPr algn="l">
              <a:defRPr sz="1050" b="1" i="0">
                <a:solidFill>
                  <a:srgbClr val="758078"/>
                </a:solidFill>
              </a:defRPr>
            </a:pPr>
            <a:r>
              <a:rPr sz="1050" b="1" i="0">
                <a:solidFill>
                  <a:srgbClr val="758078"/>
                </a:solidFill>
              </a:rPr>
              <a:t>ONE COMMITMENT</a:t>
            </a:r>
          </a:p>
        </p:txBody>
      </p:sp>
      <p:sp>
        <p:nvSpPr>
          <p:cNvPr id="26" name="">
            <a:extLst xmlns:a="http://schemas.openxmlformats.org/drawingml/2006/main">
              <a:ext uri="{FF2B5EF4-FFF2-40B4-BE49-F238E27FC236}">
                <a16:creationId xmlns:a16="http://schemas.microsoft.com/office/drawing/2014/main" id="{8060C26B-B574-42F2-BDBC-F2D252D5AA36}"/>
              </a:ext>
            </a:extLst>
          </p:cNvPr>
          <p:cNvSpPr>
            <a:spLocks xmlns:a="http://schemas.openxmlformats.org/drawingml/2006/main" noGrp="1"/>
          </p:cNvSpPr>
          <p:nvPr/>
        </p:nvSpPr>
        <p:spPr>
          <a:xfrm xmlns:a="http://schemas.openxmlformats.org/drawingml/2006/main">
            <a:off x="742950" y="552450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75" b="1" i="0">
                <a:solidFill>
                  <a:srgbClr val="13231B"/>
                </a:solidFill>
              </a:defRPr>
            </a:defPPr>
            <a:lvl1pPr algn="l">
              <a:defRPr sz="1875" b="1" i="0">
                <a:solidFill>
                  <a:srgbClr val="13231B"/>
                </a:solidFill>
              </a:defRPr>
            </a:lvl1pPr>
            <a:lvl2pPr algn="l">
              <a:defRPr sz="1875" b="1" i="0">
                <a:solidFill>
                  <a:srgbClr val="13231B"/>
                </a:solidFill>
              </a:defRPr>
            </a:lvl2pPr>
            <a:lvl3pPr algn="l">
              <a:defRPr sz="1875" b="1" i="0">
                <a:solidFill>
                  <a:srgbClr val="13231B"/>
                </a:solidFill>
              </a:defRPr>
            </a:lvl3pPr>
            <a:lvl4pPr algn="l">
              <a:defRPr sz="1875" b="1" i="0">
                <a:solidFill>
                  <a:srgbClr val="13231B"/>
                </a:solidFill>
              </a:defRPr>
            </a:lvl4pPr>
            <a:lvl5pPr algn="l">
              <a:defRPr sz="1875" b="1" i="0">
                <a:solidFill>
                  <a:srgbClr val="13231B"/>
                </a:solidFill>
              </a:defRPr>
            </a:lvl5pPr>
            <a:lvl6pPr algn="l">
              <a:defRPr sz="1875" b="1" i="0">
                <a:solidFill>
                  <a:srgbClr val="13231B"/>
                </a:solidFill>
              </a:defRPr>
            </a:lvl6pPr>
            <a:lvl7pPr algn="l">
              <a:defRPr sz="1875" b="1" i="0">
                <a:solidFill>
                  <a:srgbClr val="13231B"/>
                </a:solidFill>
              </a:defRPr>
            </a:lvl7pPr>
            <a:lvl8pPr algn="l">
              <a:defRPr sz="1875" b="1" i="0">
                <a:solidFill>
                  <a:srgbClr val="13231B"/>
                </a:solidFill>
              </a:defRPr>
            </a:lvl8pPr>
            <a:lvl9pPr algn="l">
              <a:defRPr sz="1875" b="1" i="0">
                <a:solidFill>
                  <a:srgbClr val="13231B"/>
                </a:solidFill>
              </a:defRPr>
            </a:lvl9pPr>
          </a:lstStyle>
          <a:p xmlns:a="http://schemas.openxmlformats.org/drawingml/2006/main">
            <a:pPr algn="l">
              <a:defRPr sz="1875" b="1" i="0">
                <a:solidFill>
                  <a:srgbClr val="13231B"/>
                </a:solidFill>
              </a:defRPr>
            </a:pPr>
            <a:r>
              <a:rPr sz="1875" b="1" i="0">
                <a:solidFill>
                  <a:srgbClr val="13231B"/>
                </a:solidFill>
              </a:rPr>
              <a:t>Demand  →  pooled lots  →  fulfilment evidence</a:t>
            </a:r>
          </a:p>
        </p:txBody>
      </p:sp>
    </p:spTree>
    <p:extLst>
      <p:ext uri="{BB962C8B-B14F-4D97-AF65-F5344CB8AC3E}">
        <p14:creationId xmlns:p14="http://schemas.microsoft.com/office/powerpoint/2010/main" val="1028578992"/>
      </p:ext>
    </p:extLst>
  </p:cSld>
</p:sld>
</file>

<file path=ppt/slides/slide5.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5F724ED-D910-4D6E-9033-FEBD1A565023}"/>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04  /  PRODUCT DIFFERENTIATION</a:t>
            </a:r>
          </a:p>
        </p:txBody>
      </p:sp>
      <p:sp>
        <p:nvSpPr>
          <p:cNvPr id="2" name="">
            <a:extLst xmlns:a="http://schemas.openxmlformats.org/drawingml/2006/main">
              <a:ext uri="{FF2B5EF4-FFF2-40B4-BE49-F238E27FC236}">
                <a16:creationId xmlns:a16="http://schemas.microsoft.com/office/drawing/2014/main" id="{0E3CDCC2-3EFD-41D0-99A6-7D3AD621119D}"/>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Promise-to-Proof makes commitment quality visible</a:t>
            </a:r>
          </a:p>
        </p:txBody>
      </p:sp>
      <p:sp>
        <p:nvSpPr>
          <p:cNvPr id="3" name="">
            <a:extLst xmlns:a="http://schemas.openxmlformats.org/drawingml/2006/main">
              <a:ext uri="{FF2B5EF4-FFF2-40B4-BE49-F238E27FC236}">
                <a16:creationId xmlns:a16="http://schemas.microsoft.com/office/drawing/2014/main" id="{31CA73C9-F244-47BC-9129-53C787A224D2}"/>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DB9E65-E6AA-4624-9917-F98640B9F3BE}"/>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D7A0F749-C1AC-4447-9BB7-F17528CD92F0}"/>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05</a:t>
            </a:r>
          </a:p>
        </p:txBody>
      </p:sp>
      <p:sp>
        <p:nvSpPr>
          <p:cNvPr id="6" name="">
            <a:extLst xmlns:a="http://schemas.openxmlformats.org/drawingml/2006/main">
              <a:ext uri="{FF2B5EF4-FFF2-40B4-BE49-F238E27FC236}">
                <a16:creationId xmlns:a16="http://schemas.microsoft.com/office/drawing/2014/main" id="{0CE4D572-F7F3-4432-BE7C-40DA93BE78DD}"/>
              </a:ext>
            </a:extLst>
          </p:cNvPr>
          <p:cNvSpPr>
            <a:spLocks xmlns:a="http://schemas.openxmlformats.org/drawingml/2006/main" noGrp="1"/>
          </p:cNvSpPr>
          <p:nvPr/>
        </p:nvSpPr>
        <p:spPr>
          <a:xfrm xmlns:a="http://schemas.openxmlformats.org/drawingml/2006/main">
            <a:off x="685800" y="175260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i="0">
                <a:solidFill>
                  <a:srgbClr val="163E2D"/>
                </a:solidFill>
              </a:defRPr>
            </a:defPPr>
            <a:lvl1pPr algn="l">
              <a:defRPr sz="2250" b="1" i="0">
                <a:solidFill>
                  <a:srgbClr val="163E2D"/>
                </a:solidFill>
              </a:defRPr>
            </a:lvl1pPr>
            <a:lvl2pPr algn="l">
              <a:defRPr sz="2250" b="1" i="0">
                <a:solidFill>
                  <a:srgbClr val="163E2D"/>
                </a:solidFill>
              </a:defRPr>
            </a:lvl2pPr>
            <a:lvl3pPr algn="l">
              <a:defRPr sz="2250" b="1" i="0">
                <a:solidFill>
                  <a:srgbClr val="163E2D"/>
                </a:solidFill>
              </a:defRPr>
            </a:lvl3pPr>
            <a:lvl4pPr algn="l">
              <a:defRPr sz="2250" b="1" i="0">
                <a:solidFill>
                  <a:srgbClr val="163E2D"/>
                </a:solidFill>
              </a:defRPr>
            </a:lvl4pPr>
            <a:lvl5pPr algn="l">
              <a:defRPr sz="2250" b="1" i="0">
                <a:solidFill>
                  <a:srgbClr val="163E2D"/>
                </a:solidFill>
              </a:defRPr>
            </a:lvl5pPr>
            <a:lvl6pPr algn="l">
              <a:defRPr sz="2250" b="1" i="0">
                <a:solidFill>
                  <a:srgbClr val="163E2D"/>
                </a:solidFill>
              </a:defRPr>
            </a:lvl6pPr>
            <a:lvl7pPr algn="l">
              <a:defRPr sz="2250" b="1" i="0">
                <a:solidFill>
                  <a:srgbClr val="163E2D"/>
                </a:solidFill>
              </a:defRPr>
            </a:lvl7pPr>
            <a:lvl8pPr algn="l">
              <a:defRPr sz="2250" b="1" i="0">
                <a:solidFill>
                  <a:srgbClr val="163E2D"/>
                </a:solidFill>
              </a:defRPr>
            </a:lvl8pPr>
            <a:lvl9pPr algn="l">
              <a:defRPr sz="2250" b="1" i="0">
                <a:solidFill>
                  <a:srgbClr val="163E2D"/>
                </a:solidFill>
              </a:defRPr>
            </a:lvl9pPr>
          </a:lstStyle>
          <a:p xmlns:a="http://schemas.openxmlformats.org/drawingml/2006/main">
            <a:pPr algn="l">
              <a:defRPr sz="2250" b="1" i="0">
                <a:solidFill>
                  <a:srgbClr val="163E2D"/>
                </a:solidFill>
              </a:defRPr>
            </a:pPr>
            <a:r>
              <a:rPr sz="2250" b="1" i="0">
                <a:solidFill>
                  <a:srgbClr val="163E2D"/>
                </a:solidFill>
              </a:rPr>
              <a:t>A supply promise should carry its evidence with it.</a:t>
            </a:r>
          </a:p>
        </p:txBody>
      </p:sp>
      <p:sp>
        <p:nvSpPr>
          <p:cNvPr id="7" name="">
            <a:extLst xmlns:a="http://schemas.openxmlformats.org/drawingml/2006/main">
              <a:ext uri="{FF2B5EF4-FFF2-40B4-BE49-F238E27FC236}">
                <a16:creationId xmlns:a16="http://schemas.microsoft.com/office/drawing/2014/main" id="{EA601B22-5BA1-4DA5-B305-2CF2124AFD9D}"/>
              </a:ext>
            </a:extLst>
          </p:cNvPr>
          <p:cNvSpPr>
            <a:spLocks xmlns:a="http://schemas.openxmlformats.org/drawingml/2006/main" noGrp="1"/>
          </p:cNvSpPr>
          <p:nvPr/>
        </p:nvSpPr>
        <p:spPr>
          <a:xfrm xmlns:a="http://schemas.openxmlformats.org/drawingml/2006/main">
            <a:off x="723900" y="26193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01</a:t>
            </a:r>
          </a:p>
        </p:txBody>
      </p:sp>
      <p:sp>
        <p:nvSpPr>
          <p:cNvPr id="8" name="">
            <a:extLst xmlns:a="http://schemas.openxmlformats.org/drawingml/2006/main">
              <a:ext uri="{FF2B5EF4-FFF2-40B4-BE49-F238E27FC236}">
                <a16:creationId xmlns:a16="http://schemas.microsoft.com/office/drawing/2014/main" id="{2CEC56DB-E5D2-498B-94AB-AA16AB4A798A}"/>
              </a:ext>
            </a:extLst>
          </p:cNvPr>
          <p:cNvSpPr>
            <a:spLocks xmlns:a="http://schemas.openxmlformats.org/drawingml/2006/main" noGrp="1"/>
          </p:cNvSpPr>
          <p:nvPr/>
        </p:nvSpPr>
        <p:spPr>
          <a:xfrm xmlns:a="http://schemas.openxmlformats.org/drawingml/2006/main">
            <a:off x="1266825" y="2600325"/>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defPPr algn="l">
              <a:defRPr sz="1275" b="1" i="0">
                <a:solidFill>
                  <a:srgbClr val="163E2D"/>
                </a:solidFill>
              </a:defRPr>
            </a:defPPr>
            <a:lvl1pPr algn="l">
              <a:defRPr sz="1275" b="1" i="0">
                <a:solidFill>
                  <a:srgbClr val="163E2D"/>
                </a:solidFill>
              </a:defRPr>
            </a:lvl1pPr>
            <a:lvl2pPr algn="l">
              <a:defRPr sz="1275" b="1" i="0">
                <a:solidFill>
                  <a:srgbClr val="163E2D"/>
                </a:solidFill>
              </a:defRPr>
            </a:lvl2pPr>
            <a:lvl3pPr algn="l">
              <a:defRPr sz="1275" b="1" i="0">
                <a:solidFill>
                  <a:srgbClr val="163E2D"/>
                </a:solidFill>
              </a:defRPr>
            </a:lvl3pPr>
            <a:lvl4pPr algn="l">
              <a:defRPr sz="1275" b="1" i="0">
                <a:solidFill>
                  <a:srgbClr val="163E2D"/>
                </a:solidFill>
              </a:defRPr>
            </a:lvl4pPr>
            <a:lvl5pPr algn="l">
              <a:defRPr sz="1275" b="1" i="0">
                <a:solidFill>
                  <a:srgbClr val="163E2D"/>
                </a:solidFill>
              </a:defRPr>
            </a:lvl5pPr>
            <a:lvl6pPr algn="l">
              <a:defRPr sz="1275" b="1" i="0">
                <a:solidFill>
                  <a:srgbClr val="163E2D"/>
                </a:solidFill>
              </a:defRPr>
            </a:lvl6pPr>
            <a:lvl7pPr algn="l">
              <a:defRPr sz="1275" b="1" i="0">
                <a:solidFill>
                  <a:srgbClr val="163E2D"/>
                </a:solidFill>
              </a:defRPr>
            </a:lvl7pPr>
            <a:lvl8pPr algn="l">
              <a:defRPr sz="1275" b="1" i="0">
                <a:solidFill>
                  <a:srgbClr val="163E2D"/>
                </a:solidFill>
              </a:defRPr>
            </a:lvl8pPr>
            <a:lvl9pPr algn="l">
              <a:defRPr sz="1275" b="1" i="0">
                <a:solidFill>
                  <a:srgbClr val="163E2D"/>
                </a:solidFill>
              </a:defRPr>
            </a:lvl9pPr>
          </a:lstStyle>
          <a:p xmlns:a="http://schemas.openxmlformats.org/drawingml/2006/main">
            <a:pPr algn="l">
              <a:defRPr sz="1275" b="1" i="0">
                <a:solidFill>
                  <a:srgbClr val="163E2D"/>
                </a:solidFill>
              </a:defRPr>
            </a:pPr>
            <a:r>
              <a:rPr sz="1275" b="1" i="0">
                <a:solidFill>
                  <a:srgbClr val="163E2D"/>
                </a:solidFill>
              </a:rPr>
              <a:t>VOLUME</a:t>
            </a:r>
          </a:p>
        </p:txBody>
      </p:sp>
      <p:sp>
        <p:nvSpPr>
          <p:cNvPr id="9" name="">
            <a:extLst xmlns:a="http://schemas.openxmlformats.org/drawingml/2006/main">
              <a:ext uri="{FF2B5EF4-FFF2-40B4-BE49-F238E27FC236}">
                <a16:creationId xmlns:a16="http://schemas.microsoft.com/office/drawing/2014/main" id="{CD3A53EF-7C1D-4A66-96F1-7CAFC4227562}"/>
              </a:ext>
            </a:extLst>
          </p:cNvPr>
          <p:cNvSpPr>
            <a:spLocks xmlns:a="http://schemas.openxmlformats.org/drawingml/2006/main" noGrp="1"/>
          </p:cNvSpPr>
          <p:nvPr/>
        </p:nvSpPr>
        <p:spPr>
          <a:xfrm xmlns:a="http://schemas.openxmlformats.org/drawingml/2006/main">
            <a:off x="3476625" y="259080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7"/>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Requested vs confirmed quantity</a:t>
            </a:r>
          </a:p>
        </p:txBody>
      </p:sp>
      <p:sp>
        <p:nvSpPr>
          <p:cNvPr id="10" name="">
            <a:extLst xmlns:a="http://schemas.openxmlformats.org/drawingml/2006/main">
              <a:ext uri="{FF2B5EF4-FFF2-40B4-BE49-F238E27FC236}">
                <a16:creationId xmlns:a16="http://schemas.microsoft.com/office/drawing/2014/main" id="{43DB03DB-32E8-4AAD-B978-455F56A572AD}"/>
              </a:ext>
            </a:extLst>
          </p:cNvPr>
          <p:cNvSpPr>
            <a:spLocks xmlns:a="http://schemas.openxmlformats.org/drawingml/2006/main" noGrp="1"/>
          </p:cNvSpPr>
          <p:nvPr/>
        </p:nvSpPr>
        <p:spPr>
          <a:xfrm xmlns:a="http://schemas.openxmlformats.org/drawingml/2006/main">
            <a:off x="1266825" y="3000375"/>
            <a:ext cx="762000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8C25303-BE06-4CD3-9EE7-50E6462BC6DB}"/>
              </a:ext>
            </a:extLst>
          </p:cNvPr>
          <p:cNvSpPr>
            <a:spLocks xmlns:a="http://schemas.openxmlformats.org/drawingml/2006/main" noGrp="1"/>
          </p:cNvSpPr>
          <p:nvPr/>
        </p:nvSpPr>
        <p:spPr>
          <a:xfrm xmlns:a="http://schemas.openxmlformats.org/drawingml/2006/main">
            <a:off x="723900" y="32575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02</a:t>
            </a:r>
          </a:p>
        </p:txBody>
      </p:sp>
      <p:sp>
        <p:nvSpPr>
          <p:cNvPr id="12" name="">
            <a:extLst xmlns:a="http://schemas.openxmlformats.org/drawingml/2006/main">
              <a:ext uri="{FF2B5EF4-FFF2-40B4-BE49-F238E27FC236}">
                <a16:creationId xmlns:a16="http://schemas.microsoft.com/office/drawing/2014/main" id="{751CAFB3-DA05-4402-8297-4990C305E1E4}"/>
              </a:ext>
            </a:extLst>
          </p:cNvPr>
          <p:cNvSpPr>
            <a:spLocks xmlns:a="http://schemas.openxmlformats.org/drawingml/2006/main" noGrp="1"/>
          </p:cNvSpPr>
          <p:nvPr/>
        </p:nvSpPr>
        <p:spPr>
          <a:xfrm xmlns:a="http://schemas.openxmlformats.org/drawingml/2006/main">
            <a:off x="1266825" y="323850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defPPr algn="l">
              <a:defRPr sz="1275" b="1" i="0">
                <a:solidFill>
                  <a:srgbClr val="163E2D"/>
                </a:solidFill>
              </a:defRPr>
            </a:defPPr>
            <a:lvl1pPr algn="l">
              <a:defRPr sz="1275" b="1" i="0">
                <a:solidFill>
                  <a:srgbClr val="163E2D"/>
                </a:solidFill>
              </a:defRPr>
            </a:lvl1pPr>
            <a:lvl2pPr algn="l">
              <a:defRPr sz="1275" b="1" i="0">
                <a:solidFill>
                  <a:srgbClr val="163E2D"/>
                </a:solidFill>
              </a:defRPr>
            </a:lvl2pPr>
            <a:lvl3pPr algn="l">
              <a:defRPr sz="1275" b="1" i="0">
                <a:solidFill>
                  <a:srgbClr val="163E2D"/>
                </a:solidFill>
              </a:defRPr>
            </a:lvl3pPr>
            <a:lvl4pPr algn="l">
              <a:defRPr sz="1275" b="1" i="0">
                <a:solidFill>
                  <a:srgbClr val="163E2D"/>
                </a:solidFill>
              </a:defRPr>
            </a:lvl4pPr>
            <a:lvl5pPr algn="l">
              <a:defRPr sz="1275" b="1" i="0">
                <a:solidFill>
                  <a:srgbClr val="163E2D"/>
                </a:solidFill>
              </a:defRPr>
            </a:lvl5pPr>
            <a:lvl6pPr algn="l">
              <a:defRPr sz="1275" b="1" i="0">
                <a:solidFill>
                  <a:srgbClr val="163E2D"/>
                </a:solidFill>
              </a:defRPr>
            </a:lvl6pPr>
            <a:lvl7pPr algn="l">
              <a:defRPr sz="1275" b="1" i="0">
                <a:solidFill>
                  <a:srgbClr val="163E2D"/>
                </a:solidFill>
              </a:defRPr>
            </a:lvl7pPr>
            <a:lvl8pPr algn="l">
              <a:defRPr sz="1275" b="1" i="0">
                <a:solidFill>
                  <a:srgbClr val="163E2D"/>
                </a:solidFill>
              </a:defRPr>
            </a:lvl8pPr>
            <a:lvl9pPr algn="l">
              <a:defRPr sz="1275" b="1" i="0">
                <a:solidFill>
                  <a:srgbClr val="163E2D"/>
                </a:solidFill>
              </a:defRPr>
            </a:lvl9pPr>
          </a:lstStyle>
          <a:p xmlns:a="http://schemas.openxmlformats.org/drawingml/2006/main">
            <a:pPr algn="l">
              <a:defRPr sz="1275" b="1" i="0">
                <a:solidFill>
                  <a:srgbClr val="163E2D"/>
                </a:solidFill>
              </a:defRPr>
            </a:pPr>
            <a:r>
              <a:rPr sz="1275" b="1" i="0">
                <a:solidFill>
                  <a:srgbClr val="163E2D"/>
                </a:solidFill>
              </a:rPr>
              <a:t>TIMING</a:t>
            </a:r>
          </a:p>
        </p:txBody>
      </p:sp>
      <p:sp>
        <p:nvSpPr>
          <p:cNvPr id="13" name="">
            <a:extLst xmlns:a="http://schemas.openxmlformats.org/drawingml/2006/main">
              <a:ext uri="{FF2B5EF4-FFF2-40B4-BE49-F238E27FC236}">
                <a16:creationId xmlns:a16="http://schemas.microsoft.com/office/drawing/2014/main" id="{C6C61EA6-A0CF-4540-ABB0-414A1CA44811}"/>
              </a:ext>
            </a:extLst>
          </p:cNvPr>
          <p:cNvSpPr>
            <a:spLocks xmlns:a="http://schemas.openxmlformats.org/drawingml/2006/main" noGrp="1"/>
          </p:cNvSpPr>
          <p:nvPr/>
        </p:nvSpPr>
        <p:spPr>
          <a:xfrm xmlns:a="http://schemas.openxmlformats.org/drawingml/2006/main">
            <a:off x="3476625" y="3228975"/>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7"/>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Harvest estimate vs delivery window</a:t>
            </a:r>
          </a:p>
        </p:txBody>
      </p:sp>
      <p:sp>
        <p:nvSpPr>
          <p:cNvPr id="14" name="">
            <a:extLst xmlns:a="http://schemas.openxmlformats.org/drawingml/2006/main">
              <a:ext uri="{FF2B5EF4-FFF2-40B4-BE49-F238E27FC236}">
                <a16:creationId xmlns:a16="http://schemas.microsoft.com/office/drawing/2014/main" id="{50295471-7A9B-4DE9-BB6E-ADA354720089}"/>
              </a:ext>
            </a:extLst>
          </p:cNvPr>
          <p:cNvSpPr>
            <a:spLocks xmlns:a="http://schemas.openxmlformats.org/drawingml/2006/main" noGrp="1"/>
          </p:cNvSpPr>
          <p:nvPr/>
        </p:nvSpPr>
        <p:spPr>
          <a:xfrm xmlns:a="http://schemas.openxmlformats.org/drawingml/2006/main">
            <a:off x="1266825" y="3638550"/>
            <a:ext cx="762000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2BB394-CADE-4976-9B7E-B8A9D5703D68}"/>
              </a:ext>
            </a:extLst>
          </p:cNvPr>
          <p:cNvSpPr>
            <a:spLocks xmlns:a="http://schemas.openxmlformats.org/drawingml/2006/main" noGrp="1"/>
          </p:cNvSpPr>
          <p:nvPr/>
        </p:nvSpPr>
        <p:spPr>
          <a:xfrm xmlns:a="http://schemas.openxmlformats.org/drawingml/2006/main">
            <a:off x="723900" y="389572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03</a:t>
            </a:r>
          </a:p>
        </p:txBody>
      </p:sp>
      <p:sp>
        <p:nvSpPr>
          <p:cNvPr id="16" name="">
            <a:extLst xmlns:a="http://schemas.openxmlformats.org/drawingml/2006/main">
              <a:ext uri="{FF2B5EF4-FFF2-40B4-BE49-F238E27FC236}">
                <a16:creationId xmlns:a16="http://schemas.microsoft.com/office/drawing/2014/main" id="{2A11C94E-3ECF-42A2-88B1-DAA181A00C2B}"/>
              </a:ext>
            </a:extLst>
          </p:cNvPr>
          <p:cNvSpPr>
            <a:spLocks xmlns:a="http://schemas.openxmlformats.org/drawingml/2006/main" noGrp="1"/>
          </p:cNvSpPr>
          <p:nvPr/>
        </p:nvSpPr>
        <p:spPr>
          <a:xfrm xmlns:a="http://schemas.openxmlformats.org/drawingml/2006/main">
            <a:off x="1266825" y="3876675"/>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defPPr algn="l">
              <a:defRPr sz="1275" b="1" i="0">
                <a:solidFill>
                  <a:srgbClr val="163E2D"/>
                </a:solidFill>
              </a:defRPr>
            </a:defPPr>
            <a:lvl1pPr algn="l">
              <a:defRPr sz="1275" b="1" i="0">
                <a:solidFill>
                  <a:srgbClr val="163E2D"/>
                </a:solidFill>
              </a:defRPr>
            </a:lvl1pPr>
            <a:lvl2pPr algn="l">
              <a:defRPr sz="1275" b="1" i="0">
                <a:solidFill>
                  <a:srgbClr val="163E2D"/>
                </a:solidFill>
              </a:defRPr>
            </a:lvl2pPr>
            <a:lvl3pPr algn="l">
              <a:defRPr sz="1275" b="1" i="0">
                <a:solidFill>
                  <a:srgbClr val="163E2D"/>
                </a:solidFill>
              </a:defRPr>
            </a:lvl3pPr>
            <a:lvl4pPr algn="l">
              <a:defRPr sz="1275" b="1" i="0">
                <a:solidFill>
                  <a:srgbClr val="163E2D"/>
                </a:solidFill>
              </a:defRPr>
            </a:lvl4pPr>
            <a:lvl5pPr algn="l">
              <a:defRPr sz="1275" b="1" i="0">
                <a:solidFill>
                  <a:srgbClr val="163E2D"/>
                </a:solidFill>
              </a:defRPr>
            </a:lvl5pPr>
            <a:lvl6pPr algn="l">
              <a:defRPr sz="1275" b="1" i="0">
                <a:solidFill>
                  <a:srgbClr val="163E2D"/>
                </a:solidFill>
              </a:defRPr>
            </a:lvl6pPr>
            <a:lvl7pPr algn="l">
              <a:defRPr sz="1275" b="1" i="0">
                <a:solidFill>
                  <a:srgbClr val="163E2D"/>
                </a:solidFill>
              </a:defRPr>
            </a:lvl7pPr>
            <a:lvl8pPr algn="l">
              <a:defRPr sz="1275" b="1" i="0">
                <a:solidFill>
                  <a:srgbClr val="163E2D"/>
                </a:solidFill>
              </a:defRPr>
            </a:lvl8pPr>
            <a:lvl9pPr algn="l">
              <a:defRPr sz="1275" b="1" i="0">
                <a:solidFill>
                  <a:srgbClr val="163E2D"/>
                </a:solidFill>
              </a:defRPr>
            </a:lvl9pPr>
          </a:lstStyle>
          <a:p xmlns:a="http://schemas.openxmlformats.org/drawingml/2006/main">
            <a:pPr algn="l">
              <a:defRPr sz="1275" b="1" i="0">
                <a:solidFill>
                  <a:srgbClr val="163E2D"/>
                </a:solidFill>
              </a:defRPr>
            </a:pPr>
            <a:r>
              <a:rPr sz="1275" b="1" i="0">
                <a:solidFill>
                  <a:srgbClr val="163E2D"/>
                </a:solidFill>
              </a:rPr>
              <a:t>TRACEABILITY</a:t>
            </a:r>
          </a:p>
        </p:txBody>
      </p:sp>
      <p:sp>
        <p:nvSpPr>
          <p:cNvPr id="17" name="">
            <a:extLst xmlns:a="http://schemas.openxmlformats.org/drawingml/2006/main">
              <a:ext uri="{FF2B5EF4-FFF2-40B4-BE49-F238E27FC236}">
                <a16:creationId xmlns:a16="http://schemas.microsoft.com/office/drawing/2014/main" id="{91042A9F-BA75-4512-9002-1376A9AAF5D1}"/>
              </a:ext>
            </a:extLst>
          </p:cNvPr>
          <p:cNvSpPr>
            <a:spLocks xmlns:a="http://schemas.openxmlformats.org/drawingml/2006/main" noGrp="1"/>
          </p:cNvSpPr>
          <p:nvPr/>
        </p:nvSpPr>
        <p:spPr>
          <a:xfrm xmlns:a="http://schemas.openxmlformats.org/drawingml/2006/main">
            <a:off x="3476625" y="386715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7"/>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Lot origin and event completeness</a:t>
            </a:r>
          </a:p>
        </p:txBody>
      </p:sp>
      <p:sp>
        <p:nvSpPr>
          <p:cNvPr id="18" name="">
            <a:extLst xmlns:a="http://schemas.openxmlformats.org/drawingml/2006/main">
              <a:ext uri="{FF2B5EF4-FFF2-40B4-BE49-F238E27FC236}">
                <a16:creationId xmlns:a16="http://schemas.microsoft.com/office/drawing/2014/main" id="{6C487477-D6C0-4A01-98CE-3F750473FFDC}"/>
              </a:ext>
            </a:extLst>
          </p:cNvPr>
          <p:cNvSpPr>
            <a:spLocks xmlns:a="http://schemas.openxmlformats.org/drawingml/2006/main" noGrp="1"/>
          </p:cNvSpPr>
          <p:nvPr/>
        </p:nvSpPr>
        <p:spPr>
          <a:xfrm xmlns:a="http://schemas.openxmlformats.org/drawingml/2006/main">
            <a:off x="1266825" y="4276725"/>
            <a:ext cx="762000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7C74EF-5D69-4F0F-8D27-8F0019C0B8C9}"/>
              </a:ext>
            </a:extLst>
          </p:cNvPr>
          <p:cNvSpPr>
            <a:spLocks xmlns:a="http://schemas.openxmlformats.org/drawingml/2006/main" noGrp="1"/>
          </p:cNvSpPr>
          <p:nvPr/>
        </p:nvSpPr>
        <p:spPr>
          <a:xfrm xmlns:a="http://schemas.openxmlformats.org/drawingml/2006/main">
            <a:off x="723900" y="4533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04</a:t>
            </a:r>
          </a:p>
        </p:txBody>
      </p:sp>
      <p:sp>
        <p:nvSpPr>
          <p:cNvPr id="20" name="">
            <a:extLst xmlns:a="http://schemas.openxmlformats.org/drawingml/2006/main">
              <a:ext uri="{FF2B5EF4-FFF2-40B4-BE49-F238E27FC236}">
                <a16:creationId xmlns:a16="http://schemas.microsoft.com/office/drawing/2014/main" id="{10CE54A1-381C-4BA0-A7F4-86AD62F441A8}"/>
              </a:ext>
            </a:extLst>
          </p:cNvPr>
          <p:cNvSpPr>
            <a:spLocks xmlns:a="http://schemas.openxmlformats.org/drawingml/2006/main" noGrp="1"/>
          </p:cNvSpPr>
          <p:nvPr/>
        </p:nvSpPr>
        <p:spPr>
          <a:xfrm xmlns:a="http://schemas.openxmlformats.org/drawingml/2006/main">
            <a:off x="1266825" y="451485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defPPr algn="l">
              <a:defRPr sz="1275" b="1" i="0">
                <a:solidFill>
                  <a:srgbClr val="163E2D"/>
                </a:solidFill>
              </a:defRPr>
            </a:defPPr>
            <a:lvl1pPr algn="l">
              <a:defRPr sz="1275" b="1" i="0">
                <a:solidFill>
                  <a:srgbClr val="163E2D"/>
                </a:solidFill>
              </a:defRPr>
            </a:lvl1pPr>
            <a:lvl2pPr algn="l">
              <a:defRPr sz="1275" b="1" i="0">
                <a:solidFill>
                  <a:srgbClr val="163E2D"/>
                </a:solidFill>
              </a:defRPr>
            </a:lvl2pPr>
            <a:lvl3pPr algn="l">
              <a:defRPr sz="1275" b="1" i="0">
                <a:solidFill>
                  <a:srgbClr val="163E2D"/>
                </a:solidFill>
              </a:defRPr>
            </a:lvl3pPr>
            <a:lvl4pPr algn="l">
              <a:defRPr sz="1275" b="1" i="0">
                <a:solidFill>
                  <a:srgbClr val="163E2D"/>
                </a:solidFill>
              </a:defRPr>
            </a:lvl4pPr>
            <a:lvl5pPr algn="l">
              <a:defRPr sz="1275" b="1" i="0">
                <a:solidFill>
                  <a:srgbClr val="163E2D"/>
                </a:solidFill>
              </a:defRPr>
            </a:lvl5pPr>
            <a:lvl6pPr algn="l">
              <a:defRPr sz="1275" b="1" i="0">
                <a:solidFill>
                  <a:srgbClr val="163E2D"/>
                </a:solidFill>
              </a:defRPr>
            </a:lvl6pPr>
            <a:lvl7pPr algn="l">
              <a:defRPr sz="1275" b="1" i="0">
                <a:solidFill>
                  <a:srgbClr val="163E2D"/>
                </a:solidFill>
              </a:defRPr>
            </a:lvl7pPr>
            <a:lvl8pPr algn="l">
              <a:defRPr sz="1275" b="1" i="0">
                <a:solidFill>
                  <a:srgbClr val="163E2D"/>
                </a:solidFill>
              </a:defRPr>
            </a:lvl8pPr>
            <a:lvl9pPr algn="l">
              <a:defRPr sz="1275" b="1" i="0">
                <a:solidFill>
                  <a:srgbClr val="163E2D"/>
                </a:solidFill>
              </a:defRPr>
            </a:lvl9pPr>
          </a:lstStyle>
          <a:p xmlns:a="http://schemas.openxmlformats.org/drawingml/2006/main">
            <a:pPr algn="l">
              <a:defRPr sz="1275" b="1" i="0">
                <a:solidFill>
                  <a:srgbClr val="163E2D"/>
                </a:solidFill>
              </a:defRPr>
            </a:pPr>
            <a:r>
              <a:rPr sz="1275" b="1" i="0">
                <a:solidFill>
                  <a:srgbClr val="163E2D"/>
                </a:solidFill>
              </a:rPr>
              <a:t>FULFILMENT</a:t>
            </a:r>
          </a:p>
        </p:txBody>
      </p:sp>
      <p:sp>
        <p:nvSpPr>
          <p:cNvPr id="21" name="">
            <a:extLst xmlns:a="http://schemas.openxmlformats.org/drawingml/2006/main">
              <a:ext uri="{FF2B5EF4-FFF2-40B4-BE49-F238E27FC236}">
                <a16:creationId xmlns:a16="http://schemas.microsoft.com/office/drawing/2014/main" id="{7BB67A2E-45BB-49A0-884F-1134BFA27F11}"/>
              </a:ext>
            </a:extLst>
          </p:cNvPr>
          <p:cNvSpPr>
            <a:spLocks xmlns:a="http://schemas.openxmlformats.org/drawingml/2006/main" noGrp="1"/>
          </p:cNvSpPr>
          <p:nvPr/>
        </p:nvSpPr>
        <p:spPr>
          <a:xfrm xmlns:a="http://schemas.openxmlformats.org/drawingml/2006/main">
            <a:off x="3476625" y="4505325"/>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7"/>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Past delivery quantity and timing</a:t>
            </a:r>
          </a:p>
        </p:txBody>
      </p:sp>
      <p:sp>
        <p:nvSpPr>
          <p:cNvPr id="22" name="">
            <a:extLst xmlns:a="http://schemas.openxmlformats.org/drawingml/2006/main">
              <a:ext uri="{FF2B5EF4-FFF2-40B4-BE49-F238E27FC236}">
                <a16:creationId xmlns:a16="http://schemas.microsoft.com/office/drawing/2014/main" id="{81C48573-3AA5-46AC-A0DB-EFADBF2B60A2}"/>
              </a:ext>
            </a:extLst>
          </p:cNvPr>
          <p:cNvSpPr>
            <a:spLocks xmlns:a="http://schemas.openxmlformats.org/drawingml/2006/main" noGrp="1"/>
          </p:cNvSpPr>
          <p:nvPr/>
        </p:nvSpPr>
        <p:spPr>
          <a:xfrm xmlns:a="http://schemas.openxmlformats.org/drawingml/2006/main">
            <a:off x="1266825" y="4914900"/>
            <a:ext cx="762000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796AA87-CE53-4B34-8623-CD6615CA8658}"/>
              </a:ext>
            </a:extLst>
          </p:cNvPr>
          <p:cNvSpPr>
            <a:spLocks xmlns:a="http://schemas.openxmlformats.org/drawingml/2006/main" noGrp="1"/>
          </p:cNvSpPr>
          <p:nvPr/>
        </p:nvSpPr>
        <p:spPr>
          <a:xfrm xmlns:a="http://schemas.openxmlformats.org/drawingml/2006/main">
            <a:off x="723900" y="51720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05</a:t>
            </a:r>
          </a:p>
        </p:txBody>
      </p:sp>
      <p:sp>
        <p:nvSpPr>
          <p:cNvPr id="24" name="">
            <a:extLst xmlns:a="http://schemas.openxmlformats.org/drawingml/2006/main">
              <a:ext uri="{FF2B5EF4-FFF2-40B4-BE49-F238E27FC236}">
                <a16:creationId xmlns:a16="http://schemas.microsoft.com/office/drawing/2014/main" id="{E5D773AC-5644-48F7-B4AD-980A87DD7172}"/>
              </a:ext>
            </a:extLst>
          </p:cNvPr>
          <p:cNvSpPr>
            <a:spLocks xmlns:a="http://schemas.openxmlformats.org/drawingml/2006/main" noGrp="1"/>
          </p:cNvSpPr>
          <p:nvPr/>
        </p:nvSpPr>
        <p:spPr>
          <a:xfrm xmlns:a="http://schemas.openxmlformats.org/drawingml/2006/main">
            <a:off x="1266825" y="5153025"/>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defPPr algn="l">
              <a:defRPr sz="1275" b="1" i="0">
                <a:solidFill>
                  <a:srgbClr val="163E2D"/>
                </a:solidFill>
              </a:defRPr>
            </a:defPPr>
            <a:lvl1pPr algn="l">
              <a:defRPr sz="1275" b="1" i="0">
                <a:solidFill>
                  <a:srgbClr val="163E2D"/>
                </a:solidFill>
              </a:defRPr>
            </a:lvl1pPr>
            <a:lvl2pPr algn="l">
              <a:defRPr sz="1275" b="1" i="0">
                <a:solidFill>
                  <a:srgbClr val="163E2D"/>
                </a:solidFill>
              </a:defRPr>
            </a:lvl2pPr>
            <a:lvl3pPr algn="l">
              <a:defRPr sz="1275" b="1" i="0">
                <a:solidFill>
                  <a:srgbClr val="163E2D"/>
                </a:solidFill>
              </a:defRPr>
            </a:lvl3pPr>
            <a:lvl4pPr algn="l">
              <a:defRPr sz="1275" b="1" i="0">
                <a:solidFill>
                  <a:srgbClr val="163E2D"/>
                </a:solidFill>
              </a:defRPr>
            </a:lvl4pPr>
            <a:lvl5pPr algn="l">
              <a:defRPr sz="1275" b="1" i="0">
                <a:solidFill>
                  <a:srgbClr val="163E2D"/>
                </a:solidFill>
              </a:defRPr>
            </a:lvl5pPr>
            <a:lvl6pPr algn="l">
              <a:defRPr sz="1275" b="1" i="0">
                <a:solidFill>
                  <a:srgbClr val="163E2D"/>
                </a:solidFill>
              </a:defRPr>
            </a:lvl6pPr>
            <a:lvl7pPr algn="l">
              <a:defRPr sz="1275" b="1" i="0">
                <a:solidFill>
                  <a:srgbClr val="163E2D"/>
                </a:solidFill>
              </a:defRPr>
            </a:lvl7pPr>
            <a:lvl8pPr algn="l">
              <a:defRPr sz="1275" b="1" i="0">
                <a:solidFill>
                  <a:srgbClr val="163E2D"/>
                </a:solidFill>
              </a:defRPr>
            </a:lvl8pPr>
            <a:lvl9pPr algn="l">
              <a:defRPr sz="1275" b="1" i="0">
                <a:solidFill>
                  <a:srgbClr val="163E2D"/>
                </a:solidFill>
              </a:defRPr>
            </a:lvl9pPr>
          </a:lstStyle>
          <a:p xmlns:a="http://schemas.openxmlformats.org/drawingml/2006/main">
            <a:pPr algn="l">
              <a:defRPr sz="1275" b="1" i="0">
                <a:solidFill>
                  <a:srgbClr val="163E2D"/>
                </a:solidFill>
              </a:defRPr>
            </a:pPr>
            <a:r>
              <a:rPr sz="1275" b="1" i="0">
                <a:solidFill>
                  <a:srgbClr val="163E2D"/>
                </a:solidFill>
              </a:rPr>
              <a:t>EXCEPTIONS</a:t>
            </a:r>
          </a:p>
        </p:txBody>
      </p:sp>
      <p:sp>
        <p:nvSpPr>
          <p:cNvPr id="25" name="">
            <a:extLst xmlns:a="http://schemas.openxmlformats.org/drawingml/2006/main">
              <a:ext uri="{FF2B5EF4-FFF2-40B4-BE49-F238E27FC236}">
                <a16:creationId xmlns:a16="http://schemas.microsoft.com/office/drawing/2014/main" id="{573F0F4A-AC03-4543-9A76-CBACBBEEC865}"/>
              </a:ext>
            </a:extLst>
          </p:cNvPr>
          <p:cNvSpPr>
            <a:spLocks xmlns:a="http://schemas.openxmlformats.org/drawingml/2006/main" noGrp="1"/>
          </p:cNvSpPr>
          <p:nvPr/>
        </p:nvSpPr>
        <p:spPr>
          <a:xfrm xmlns:a="http://schemas.openxmlformats.org/drawingml/2006/main">
            <a:off x="3476625" y="514350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7"/>
          </a:bodyPr>
          <a:lstStyle xmlns:a="http://schemas.openxmlformats.org/drawingml/2006/main">
            <a:defPPr algn="l">
              <a:defRPr sz="1500" b="0" i="0">
                <a:solidFill>
                  <a:srgbClr val="13231B"/>
                </a:solidFill>
              </a:defRPr>
            </a:defPPr>
            <a:lvl1pPr algn="l">
              <a:defRPr sz="1500" b="0" i="0">
                <a:solidFill>
                  <a:srgbClr val="13231B"/>
                </a:solidFill>
              </a:defRPr>
            </a:lvl1pPr>
            <a:lvl2pPr algn="l">
              <a:defRPr sz="1500" b="0" i="0">
                <a:solidFill>
                  <a:srgbClr val="13231B"/>
                </a:solidFill>
              </a:defRPr>
            </a:lvl2pPr>
            <a:lvl3pPr algn="l">
              <a:defRPr sz="1500" b="0" i="0">
                <a:solidFill>
                  <a:srgbClr val="13231B"/>
                </a:solidFill>
              </a:defRPr>
            </a:lvl3pPr>
            <a:lvl4pPr algn="l">
              <a:defRPr sz="1500" b="0" i="0">
                <a:solidFill>
                  <a:srgbClr val="13231B"/>
                </a:solidFill>
              </a:defRPr>
            </a:lvl4pPr>
            <a:lvl5pPr algn="l">
              <a:defRPr sz="1500" b="0" i="0">
                <a:solidFill>
                  <a:srgbClr val="13231B"/>
                </a:solidFill>
              </a:defRPr>
            </a:lvl5pPr>
            <a:lvl6pPr algn="l">
              <a:defRPr sz="1500" b="0" i="0">
                <a:solidFill>
                  <a:srgbClr val="13231B"/>
                </a:solidFill>
              </a:defRPr>
            </a:lvl6pPr>
            <a:lvl7pPr algn="l">
              <a:defRPr sz="1500" b="0" i="0">
                <a:solidFill>
                  <a:srgbClr val="13231B"/>
                </a:solidFill>
              </a:defRPr>
            </a:lvl7pPr>
            <a:lvl8pPr algn="l">
              <a:defRPr sz="1500" b="0" i="0">
                <a:solidFill>
                  <a:srgbClr val="13231B"/>
                </a:solidFill>
              </a:defRPr>
            </a:lvl8pPr>
            <a:lvl9pPr algn="l">
              <a:defRPr sz="1500" b="0" i="0">
                <a:solidFill>
                  <a:srgbClr val="13231B"/>
                </a:solidFill>
              </a:defRPr>
            </a:lvl9pPr>
          </a:lstStyle>
          <a:p xmlns:a="http://schemas.openxmlformats.org/drawingml/2006/main">
            <a:pPr algn="l">
              <a:defRPr sz="1500" b="0" i="0">
                <a:solidFill>
                  <a:srgbClr val="13231B"/>
                </a:solidFill>
              </a:defRPr>
            </a:pPr>
            <a:r>
              <a:rPr sz="1500" b="0" i="0">
                <a:solidFill>
                  <a:srgbClr val="13231B"/>
                </a:solidFill>
              </a:rPr>
              <a:t>Open shortfalls, quality or receipt issues</a:t>
            </a:r>
          </a:p>
        </p:txBody>
      </p:sp>
      <p:sp>
        <p:nvSpPr>
          <p:cNvPr id="26" name="">
            <a:extLst xmlns:a="http://schemas.openxmlformats.org/drawingml/2006/main">
              <a:ext uri="{FF2B5EF4-FFF2-40B4-BE49-F238E27FC236}">
                <a16:creationId xmlns:a16="http://schemas.microsoft.com/office/drawing/2014/main" id="{D0DC73ED-A690-4E87-B278-92E4205BDA9B}"/>
              </a:ext>
            </a:extLst>
          </p:cNvPr>
          <p:cNvSpPr>
            <a:spLocks xmlns:a="http://schemas.openxmlformats.org/drawingml/2006/main" noGrp="1"/>
          </p:cNvSpPr>
          <p:nvPr/>
        </p:nvSpPr>
        <p:spPr>
          <a:xfrm xmlns:a="http://schemas.openxmlformats.org/drawingml/2006/main">
            <a:off x="1266825" y="5553075"/>
            <a:ext cx="762000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EF5258-8861-4185-95B4-B7F3F29673C3}"/>
              </a:ext>
            </a:extLst>
          </p:cNvPr>
          <p:cNvSpPr>
            <a:spLocks xmlns:a="http://schemas.openxmlformats.org/drawingml/2006/main" noGrp="1"/>
          </p:cNvSpPr>
          <p:nvPr/>
        </p:nvSpPr>
        <p:spPr>
          <a:xfrm xmlns:a="http://schemas.openxmlformats.org/drawingml/2006/main">
            <a:off x="9239250" y="2362200"/>
            <a:ext cx="19050" cy="3524250"/>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C9E0FB5-F077-4579-8F51-975549330208}"/>
              </a:ext>
            </a:extLst>
          </p:cNvPr>
          <p:cNvSpPr>
            <a:spLocks xmlns:a="http://schemas.openxmlformats.org/drawingml/2006/main" noGrp="1"/>
          </p:cNvSpPr>
          <p:nvPr/>
        </p:nvSpPr>
        <p:spPr>
          <a:xfrm xmlns:a="http://schemas.openxmlformats.org/drawingml/2006/main">
            <a:off x="9620250" y="2638425"/>
            <a:ext cx="2095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025" b="1" i="0">
                <a:solidFill>
                  <a:srgbClr val="D9784C"/>
                </a:solidFill>
              </a:defRPr>
            </a:defPPr>
            <a:lvl1pPr algn="l">
              <a:defRPr sz="2025" b="1" i="0">
                <a:solidFill>
                  <a:srgbClr val="D9784C"/>
                </a:solidFill>
              </a:defRPr>
            </a:lvl1pPr>
            <a:lvl2pPr algn="l">
              <a:defRPr sz="2025" b="1" i="0">
                <a:solidFill>
                  <a:srgbClr val="D9784C"/>
                </a:solidFill>
              </a:defRPr>
            </a:lvl2pPr>
            <a:lvl3pPr algn="l">
              <a:defRPr sz="2025" b="1" i="0">
                <a:solidFill>
                  <a:srgbClr val="D9784C"/>
                </a:solidFill>
              </a:defRPr>
            </a:lvl3pPr>
            <a:lvl4pPr algn="l">
              <a:defRPr sz="2025" b="1" i="0">
                <a:solidFill>
                  <a:srgbClr val="D9784C"/>
                </a:solidFill>
              </a:defRPr>
            </a:lvl4pPr>
            <a:lvl5pPr algn="l">
              <a:defRPr sz="2025" b="1" i="0">
                <a:solidFill>
                  <a:srgbClr val="D9784C"/>
                </a:solidFill>
              </a:defRPr>
            </a:lvl5pPr>
            <a:lvl6pPr algn="l">
              <a:defRPr sz="2025" b="1" i="0">
                <a:solidFill>
                  <a:srgbClr val="D9784C"/>
                </a:solidFill>
              </a:defRPr>
            </a:lvl6pPr>
            <a:lvl7pPr algn="l">
              <a:defRPr sz="2025" b="1" i="0">
                <a:solidFill>
                  <a:srgbClr val="D9784C"/>
                </a:solidFill>
              </a:defRPr>
            </a:lvl7pPr>
            <a:lvl8pPr algn="l">
              <a:defRPr sz="2025" b="1" i="0">
                <a:solidFill>
                  <a:srgbClr val="D9784C"/>
                </a:solidFill>
              </a:defRPr>
            </a:lvl8pPr>
            <a:lvl9pPr algn="l">
              <a:defRPr sz="2025" b="1" i="0">
                <a:solidFill>
                  <a:srgbClr val="D9784C"/>
                </a:solidFill>
              </a:defRPr>
            </a:lvl9pPr>
          </a:lstStyle>
          <a:p xmlns:a="http://schemas.openxmlformats.org/drawingml/2006/main">
            <a:pPr algn="l">
              <a:defRPr sz="2025" b="1" i="0">
                <a:solidFill>
                  <a:srgbClr val="D9784C"/>
                </a:solidFill>
              </a:defRPr>
            </a:pPr>
            <a:r>
              <a:rPr sz="2025" b="1" i="0">
                <a:solidFill>
                  <a:srgbClr val="D9784C"/>
                </a:solidFill>
              </a:rPr>
              <a:t>PROPOSED</a:t>
            </a:r>
          </a:p>
          <a:p xmlns:a="http://schemas.openxmlformats.org/drawingml/2006/main">
            <a:pPr algn="l">
              <a:defRPr sz="2025" b="1" i="0">
                <a:solidFill>
                  <a:srgbClr val="D9784C"/>
                </a:solidFill>
              </a:defRPr>
            </a:pPr>
            <a:r>
              <a:rPr sz="2025" b="1" i="0">
                <a:solidFill>
                  <a:srgbClr val="D9784C"/>
                </a:solidFill>
              </a:rPr>
              <a:t>CONFIDENCE</a:t>
            </a:r>
          </a:p>
          <a:p xmlns:a="http://schemas.openxmlformats.org/drawingml/2006/main">
            <a:pPr algn="l">
              <a:defRPr sz="2025" b="1" i="0">
                <a:solidFill>
                  <a:srgbClr val="D9784C"/>
                </a:solidFill>
              </a:defRPr>
            </a:pPr>
            <a:r>
              <a:rPr sz="2025" b="1" i="0">
                <a:solidFill>
                  <a:srgbClr val="D9784C"/>
                </a:solidFill>
              </a:rPr>
              <a:t>SIGNAL</a:t>
            </a:r>
          </a:p>
        </p:txBody>
      </p:sp>
      <p:sp>
        <p:nvSpPr>
          <p:cNvPr id="29" name="">
            <a:extLst xmlns:a="http://schemas.openxmlformats.org/drawingml/2006/main">
              <a:ext uri="{FF2B5EF4-FFF2-40B4-BE49-F238E27FC236}">
                <a16:creationId xmlns:a16="http://schemas.microsoft.com/office/drawing/2014/main" id="{1908D1E0-1359-4A83-983B-FE42F1D5F3E0}"/>
              </a:ext>
            </a:extLst>
          </p:cNvPr>
          <p:cNvSpPr>
            <a:spLocks xmlns:a="http://schemas.openxmlformats.org/drawingml/2006/main" noGrp="1"/>
          </p:cNvSpPr>
          <p:nvPr/>
        </p:nvSpPr>
        <p:spPr>
          <a:xfrm xmlns:a="http://schemas.openxmlformats.org/drawingml/2006/main">
            <a:off x="9620250" y="4038600"/>
            <a:ext cx="2000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i="0">
                <a:solidFill>
                  <a:srgbClr val="13231B"/>
                </a:solidFill>
              </a:defRPr>
            </a:defPPr>
            <a:lvl1pPr algn="l">
              <a:defRPr sz="1425" b="0" i="0">
                <a:solidFill>
                  <a:srgbClr val="13231B"/>
                </a:solidFill>
              </a:defRPr>
            </a:lvl1pPr>
            <a:lvl2pPr algn="l">
              <a:defRPr sz="1425" b="0" i="0">
                <a:solidFill>
                  <a:srgbClr val="13231B"/>
                </a:solidFill>
              </a:defRPr>
            </a:lvl2pPr>
            <a:lvl3pPr algn="l">
              <a:defRPr sz="1425" b="0" i="0">
                <a:solidFill>
                  <a:srgbClr val="13231B"/>
                </a:solidFill>
              </a:defRPr>
            </a:lvl3pPr>
            <a:lvl4pPr algn="l">
              <a:defRPr sz="1425" b="0" i="0">
                <a:solidFill>
                  <a:srgbClr val="13231B"/>
                </a:solidFill>
              </a:defRPr>
            </a:lvl4pPr>
            <a:lvl5pPr algn="l">
              <a:defRPr sz="1425" b="0" i="0">
                <a:solidFill>
                  <a:srgbClr val="13231B"/>
                </a:solidFill>
              </a:defRPr>
            </a:lvl5pPr>
            <a:lvl6pPr algn="l">
              <a:defRPr sz="1425" b="0" i="0">
                <a:solidFill>
                  <a:srgbClr val="13231B"/>
                </a:solidFill>
              </a:defRPr>
            </a:lvl6pPr>
            <a:lvl7pPr algn="l">
              <a:defRPr sz="1425" b="0" i="0">
                <a:solidFill>
                  <a:srgbClr val="13231B"/>
                </a:solidFill>
              </a:defRPr>
            </a:lvl7pPr>
            <a:lvl8pPr algn="l">
              <a:defRPr sz="1425" b="0" i="0">
                <a:solidFill>
                  <a:srgbClr val="13231B"/>
                </a:solidFill>
              </a:defRPr>
            </a:lvl8pPr>
            <a:lvl9pPr algn="l">
              <a:defRPr sz="1425" b="0" i="0">
                <a:solidFill>
                  <a:srgbClr val="13231B"/>
                </a:solidFill>
              </a:defRPr>
            </a:lvl9pPr>
          </a:lstStyle>
          <a:p xmlns:a="http://schemas.openxmlformats.org/drawingml/2006/main">
            <a:pPr algn="l">
              <a:defRPr sz="1425" b="0" i="0">
                <a:solidFill>
                  <a:srgbClr val="13231B"/>
                </a:solidFill>
              </a:defRPr>
            </a:pPr>
            <a:r>
              <a:rPr sz="1425" b="0" i="0">
                <a:solidFill>
                  <a:srgbClr val="13231B"/>
                </a:solidFill>
              </a:rPr>
              <a:t>Explainable inputs</a:t>
            </a:r>
          </a:p>
          <a:p xmlns:a="http://schemas.openxmlformats.org/drawingml/2006/main">
            <a:pPr algn="l">
              <a:defRPr sz="1425" b="0" i="0">
                <a:solidFill>
                  <a:srgbClr val="13231B"/>
                </a:solidFill>
              </a:defRPr>
            </a:pPr>
            <a:r>
              <a:rPr sz="1425" b="0" i="0">
                <a:solidFill>
                  <a:srgbClr val="13231B"/>
                </a:solidFill>
              </a:rPr>
              <a:t>for human review</a:t>
            </a:r>
          </a:p>
        </p:txBody>
      </p:sp>
      <p:sp>
        <p:nvSpPr>
          <p:cNvPr id="30" name="">
            <a:extLst xmlns:a="http://schemas.openxmlformats.org/drawingml/2006/main">
              <a:ext uri="{FF2B5EF4-FFF2-40B4-BE49-F238E27FC236}">
                <a16:creationId xmlns:a16="http://schemas.microsoft.com/office/drawing/2014/main" id="{EB7A3116-01BA-45F3-A159-550F231848A9}"/>
              </a:ext>
            </a:extLst>
          </p:cNvPr>
          <p:cNvSpPr>
            <a:spLocks xmlns:a="http://schemas.openxmlformats.org/drawingml/2006/main" noGrp="1"/>
          </p:cNvSpPr>
          <p:nvPr/>
        </p:nvSpPr>
        <p:spPr>
          <a:xfrm xmlns:a="http://schemas.openxmlformats.org/drawingml/2006/main">
            <a:off x="9620250" y="5095875"/>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75"/>
          </a:bodyPr>
          <a:lstStyle xmlns:a="http://schemas.openxmlformats.org/drawingml/2006/main">
            <a:defPPr algn="l">
              <a:defRPr sz="1200" b="0" i="0">
                <a:solidFill>
                  <a:srgbClr val="758078"/>
                </a:solidFill>
              </a:defRPr>
            </a:defPPr>
            <a:lvl1pPr algn="l">
              <a:defRPr sz="1200" b="0" i="0">
                <a:solidFill>
                  <a:srgbClr val="758078"/>
                </a:solidFill>
              </a:defRPr>
            </a:lvl1pPr>
            <a:lvl2pPr algn="l">
              <a:defRPr sz="1200" b="0" i="0">
                <a:solidFill>
                  <a:srgbClr val="758078"/>
                </a:solidFill>
              </a:defRPr>
            </a:lvl2pPr>
            <a:lvl3pPr algn="l">
              <a:defRPr sz="1200" b="0" i="0">
                <a:solidFill>
                  <a:srgbClr val="758078"/>
                </a:solidFill>
              </a:defRPr>
            </a:lvl3pPr>
            <a:lvl4pPr algn="l">
              <a:defRPr sz="1200" b="0" i="0">
                <a:solidFill>
                  <a:srgbClr val="758078"/>
                </a:solidFill>
              </a:defRPr>
            </a:lvl4pPr>
            <a:lvl5pPr algn="l">
              <a:defRPr sz="1200" b="0" i="0">
                <a:solidFill>
                  <a:srgbClr val="758078"/>
                </a:solidFill>
              </a:defRPr>
            </a:lvl5pPr>
            <a:lvl6pPr algn="l">
              <a:defRPr sz="1200" b="0" i="0">
                <a:solidFill>
                  <a:srgbClr val="758078"/>
                </a:solidFill>
              </a:defRPr>
            </a:lvl6pPr>
            <a:lvl7pPr algn="l">
              <a:defRPr sz="1200" b="0" i="0">
                <a:solidFill>
                  <a:srgbClr val="758078"/>
                </a:solidFill>
              </a:defRPr>
            </a:lvl7pPr>
            <a:lvl8pPr algn="l">
              <a:defRPr sz="1200" b="0" i="0">
                <a:solidFill>
                  <a:srgbClr val="758078"/>
                </a:solidFill>
              </a:defRPr>
            </a:lvl8pPr>
            <a:lvl9pPr algn="l">
              <a:defRPr sz="1200" b="0" i="0">
                <a:solidFill>
                  <a:srgbClr val="758078"/>
                </a:solidFill>
              </a:defRPr>
            </a:lvl9pPr>
          </a:lstStyle>
          <a:p xmlns:a="http://schemas.openxmlformats.org/drawingml/2006/main">
            <a:pPr algn="l">
              <a:defRPr sz="1200" b="0" i="0">
                <a:solidFill>
                  <a:srgbClr val="758078"/>
                </a:solidFill>
              </a:defRPr>
            </a:pPr>
            <a:r>
              <a:rPr sz="1200" b="0" i="0">
                <a:solidFill>
                  <a:srgbClr val="758078"/>
                </a:solidFill>
              </a:rPr>
              <a:t>Start with transparent rules. Validate the signal with pilot outcomes before calling it a score.</a:t>
            </a:r>
          </a:p>
        </p:txBody>
      </p:sp>
    </p:spTree>
    <p:extLst>
      <p:ext uri="{BB962C8B-B14F-4D97-AF65-F5344CB8AC3E}">
        <p14:creationId xmlns:p14="http://schemas.microsoft.com/office/powerpoint/2010/main" val="393766419"/>
      </p:ext>
    </p:extLst>
  </p:cSld>
</p:sld>
</file>

<file path=ppt/slides/slide6.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7129760-4EB8-4BEF-866F-3B931B39654D}"/>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05  /  TECHNICAL MERIT</a:t>
            </a:r>
          </a:p>
        </p:txBody>
      </p:sp>
      <p:sp>
        <p:nvSpPr>
          <p:cNvPr id="2" name="">
            <a:extLst xmlns:a="http://schemas.openxmlformats.org/drawingml/2006/main">
              <a:ext uri="{FF2B5EF4-FFF2-40B4-BE49-F238E27FC236}">
                <a16:creationId xmlns:a16="http://schemas.microsoft.com/office/drawing/2014/main" id="{CCB566A6-0287-4F24-BA0A-7C3D0B5EAE69}"/>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A practical stack connects workflow to traceability</a:t>
            </a:r>
          </a:p>
        </p:txBody>
      </p:sp>
      <p:sp>
        <p:nvSpPr>
          <p:cNvPr id="3" name="">
            <a:extLst xmlns:a="http://schemas.openxmlformats.org/drawingml/2006/main">
              <a:ext uri="{FF2B5EF4-FFF2-40B4-BE49-F238E27FC236}">
                <a16:creationId xmlns:a16="http://schemas.microsoft.com/office/drawing/2014/main" id="{525076DD-233F-43B7-9DB9-516B9FA0FAB9}"/>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E2CDE9-D95B-4B79-9B07-44AB78AC6B4F}"/>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02E0FA28-0659-46DD-8C09-90C6C4BC7E6F}"/>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06</a:t>
            </a:r>
          </a:p>
        </p:txBody>
      </p:sp>
      <p:sp>
        <p:nvSpPr>
          <p:cNvPr id="6" name="">
            <a:extLst xmlns:a="http://schemas.openxmlformats.org/drawingml/2006/main">
              <a:ext uri="{FF2B5EF4-FFF2-40B4-BE49-F238E27FC236}">
                <a16:creationId xmlns:a16="http://schemas.microsoft.com/office/drawing/2014/main" id="{E829DD42-7850-44DB-B95C-072EB15217A6}"/>
              </a:ext>
            </a:extLst>
          </p:cNvPr>
          <p:cNvSpPr>
            <a:spLocks xmlns:a="http://schemas.openxmlformats.org/drawingml/2006/main" noGrp="1"/>
          </p:cNvSpPr>
          <p:nvPr/>
        </p:nvSpPr>
        <p:spPr>
          <a:xfrm xmlns:a="http://schemas.openxmlformats.org/drawingml/2006/main">
            <a:off x="723900" y="1771650"/>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FIELD EXPERIENCE</a:t>
            </a:r>
          </a:p>
        </p:txBody>
      </p:sp>
      <p:sp>
        <p:nvSpPr>
          <p:cNvPr id="7" name="">
            <a:extLst xmlns:a="http://schemas.openxmlformats.org/drawingml/2006/main">
              <a:ext uri="{FF2B5EF4-FFF2-40B4-BE49-F238E27FC236}">
                <a16:creationId xmlns:a16="http://schemas.microsoft.com/office/drawing/2014/main" id="{9E756513-49DE-473C-9AAD-B349B0787FE6}"/>
              </a:ext>
            </a:extLst>
          </p:cNvPr>
          <p:cNvSpPr>
            <a:spLocks xmlns:a="http://schemas.openxmlformats.org/drawingml/2006/main" noGrp="1"/>
          </p:cNvSpPr>
          <p:nvPr/>
        </p:nvSpPr>
        <p:spPr>
          <a:xfrm xmlns:a="http://schemas.openxmlformats.org/drawingml/2006/main">
            <a:off x="723900" y="2114550"/>
            <a:ext cx="2381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i="0">
                <a:solidFill>
                  <a:srgbClr val="163E2D"/>
                </a:solidFill>
              </a:defRPr>
            </a:defPPr>
            <a:lvl1pPr algn="l">
              <a:defRPr sz="1725" b="1" i="0">
                <a:solidFill>
                  <a:srgbClr val="163E2D"/>
                </a:solidFill>
              </a:defRPr>
            </a:lvl1pPr>
            <a:lvl2pPr algn="l">
              <a:defRPr sz="1725" b="1" i="0">
                <a:solidFill>
                  <a:srgbClr val="163E2D"/>
                </a:solidFill>
              </a:defRPr>
            </a:lvl2pPr>
            <a:lvl3pPr algn="l">
              <a:defRPr sz="1725" b="1" i="0">
                <a:solidFill>
                  <a:srgbClr val="163E2D"/>
                </a:solidFill>
              </a:defRPr>
            </a:lvl3pPr>
            <a:lvl4pPr algn="l">
              <a:defRPr sz="1725" b="1" i="0">
                <a:solidFill>
                  <a:srgbClr val="163E2D"/>
                </a:solidFill>
              </a:defRPr>
            </a:lvl4pPr>
            <a:lvl5pPr algn="l">
              <a:defRPr sz="1725" b="1" i="0">
                <a:solidFill>
                  <a:srgbClr val="163E2D"/>
                </a:solidFill>
              </a:defRPr>
            </a:lvl5pPr>
            <a:lvl6pPr algn="l">
              <a:defRPr sz="1725" b="1" i="0">
                <a:solidFill>
                  <a:srgbClr val="163E2D"/>
                </a:solidFill>
              </a:defRPr>
            </a:lvl6pPr>
            <a:lvl7pPr algn="l">
              <a:defRPr sz="1725" b="1" i="0">
                <a:solidFill>
                  <a:srgbClr val="163E2D"/>
                </a:solidFill>
              </a:defRPr>
            </a:lvl7pPr>
            <a:lvl8pPr algn="l">
              <a:defRPr sz="1725" b="1" i="0">
                <a:solidFill>
                  <a:srgbClr val="163E2D"/>
                </a:solidFill>
              </a:defRPr>
            </a:lvl8pPr>
            <a:lvl9pPr algn="l">
              <a:defRPr sz="1725" b="1" i="0">
                <a:solidFill>
                  <a:srgbClr val="163E2D"/>
                </a:solidFill>
              </a:defRPr>
            </a:lvl9pPr>
          </a:lstStyle>
          <a:p xmlns:a="http://schemas.openxmlformats.org/drawingml/2006/main">
            <a:pPr algn="l">
              <a:defRPr sz="1725" b="1" i="0">
                <a:solidFill>
                  <a:srgbClr val="163E2D"/>
                </a:solidFill>
              </a:defRPr>
            </a:pPr>
            <a:r>
              <a:rPr sz="1725" b="1" i="0">
                <a:solidFill>
                  <a:srgbClr val="163E2D"/>
                </a:solidFill>
              </a:rPr>
              <a:t>React + TypeScript</a:t>
            </a:r>
          </a:p>
          <a:p xmlns:a="http://schemas.openxmlformats.org/drawingml/2006/main">
            <a:pPr algn="l">
              <a:defRPr sz="1725" b="1" i="0">
                <a:solidFill>
                  <a:srgbClr val="163E2D"/>
                </a:solidFill>
              </a:defRPr>
            </a:pPr>
            <a:r>
              <a:rPr sz="1725" b="1" i="0">
                <a:solidFill>
                  <a:srgbClr val="163E2D"/>
                </a:solidFill>
              </a:rPr>
              <a:t>Vite web app</a:t>
            </a:r>
          </a:p>
        </p:txBody>
      </p:sp>
      <p:sp>
        <p:nvSpPr>
          <p:cNvPr id="8" name="">
            <a:extLst xmlns:a="http://schemas.openxmlformats.org/drawingml/2006/main">
              <a:ext uri="{FF2B5EF4-FFF2-40B4-BE49-F238E27FC236}">
                <a16:creationId xmlns:a16="http://schemas.microsoft.com/office/drawing/2014/main" id="{FB390D84-1D3B-478E-AB5F-A22FC81D4490}"/>
              </a:ext>
            </a:extLst>
          </p:cNvPr>
          <p:cNvSpPr>
            <a:spLocks xmlns:a="http://schemas.openxmlformats.org/drawingml/2006/main" noGrp="1"/>
          </p:cNvSpPr>
          <p:nvPr/>
        </p:nvSpPr>
        <p:spPr>
          <a:xfrm xmlns:a="http://schemas.openxmlformats.org/drawingml/2006/main">
            <a:off x="723900" y="2867025"/>
            <a:ext cx="2571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i="0">
                <a:solidFill>
                  <a:srgbClr val="758078"/>
                </a:solidFill>
              </a:defRPr>
            </a:defPPr>
            <a:lvl1pPr algn="l">
              <a:defRPr sz="1275" b="0" i="0">
                <a:solidFill>
                  <a:srgbClr val="758078"/>
                </a:solidFill>
              </a:defRPr>
            </a:lvl1pPr>
            <a:lvl2pPr algn="l">
              <a:defRPr sz="1275" b="0" i="0">
                <a:solidFill>
                  <a:srgbClr val="758078"/>
                </a:solidFill>
              </a:defRPr>
            </a:lvl2pPr>
            <a:lvl3pPr algn="l">
              <a:defRPr sz="1275" b="0" i="0">
                <a:solidFill>
                  <a:srgbClr val="758078"/>
                </a:solidFill>
              </a:defRPr>
            </a:lvl3pPr>
            <a:lvl4pPr algn="l">
              <a:defRPr sz="1275" b="0" i="0">
                <a:solidFill>
                  <a:srgbClr val="758078"/>
                </a:solidFill>
              </a:defRPr>
            </a:lvl4pPr>
            <a:lvl5pPr algn="l">
              <a:defRPr sz="1275" b="0" i="0">
                <a:solidFill>
                  <a:srgbClr val="758078"/>
                </a:solidFill>
              </a:defRPr>
            </a:lvl5pPr>
            <a:lvl6pPr algn="l">
              <a:defRPr sz="1275" b="0" i="0">
                <a:solidFill>
                  <a:srgbClr val="758078"/>
                </a:solidFill>
              </a:defRPr>
            </a:lvl6pPr>
            <a:lvl7pPr algn="l">
              <a:defRPr sz="1275" b="0" i="0">
                <a:solidFill>
                  <a:srgbClr val="758078"/>
                </a:solidFill>
              </a:defRPr>
            </a:lvl7pPr>
            <a:lvl8pPr algn="l">
              <a:defRPr sz="1275" b="0" i="0">
                <a:solidFill>
                  <a:srgbClr val="758078"/>
                </a:solidFill>
              </a:defRPr>
            </a:lvl8pPr>
            <a:lvl9pPr algn="l">
              <a:defRPr sz="1275" b="0" i="0">
                <a:solidFill>
                  <a:srgbClr val="758078"/>
                </a:solidFill>
              </a:defRPr>
            </a:lvl9pPr>
          </a:lstStyle>
          <a:p xmlns:a="http://schemas.openxmlformats.org/drawingml/2006/main">
            <a:pPr algn="l">
              <a:defRPr sz="1275" b="0" i="0">
                <a:solidFill>
                  <a:srgbClr val="758078"/>
                </a:solidFill>
              </a:defRPr>
            </a:pPr>
            <a:r>
              <a:rPr sz="1275" b="0" i="0">
                <a:solidFill>
                  <a:srgbClr val="758078"/>
                </a:solidFill>
              </a:rPr>
              <a:t>Demand entry · batch workflow</a:t>
            </a:r>
          </a:p>
          <a:p xmlns:a="http://schemas.openxmlformats.org/drawingml/2006/main">
            <a:pPr algn="l">
              <a:defRPr sz="1275" b="0" i="0">
                <a:solidFill>
                  <a:srgbClr val="758078"/>
                </a:solidFill>
              </a:defRPr>
            </a:pPr>
            <a:r>
              <a:rPr sz="1275" b="0" i="0">
                <a:solidFill>
                  <a:srgbClr val="758078"/>
                </a:solidFill>
              </a:rPr>
              <a:t>mobile-first direction</a:t>
            </a:r>
          </a:p>
        </p:txBody>
      </p:sp>
      <p:sp>
        <p:nvSpPr>
          <p:cNvPr id="9" name="">
            <a:extLst xmlns:a="http://schemas.openxmlformats.org/drawingml/2006/main">
              <a:ext uri="{FF2B5EF4-FFF2-40B4-BE49-F238E27FC236}">
                <a16:creationId xmlns:a16="http://schemas.microsoft.com/office/drawing/2014/main" id="{605634AB-CCD8-4BCC-993E-F4106DE440F8}"/>
              </a:ext>
            </a:extLst>
          </p:cNvPr>
          <p:cNvSpPr>
            <a:spLocks xmlns:a="http://schemas.openxmlformats.org/drawingml/2006/main" noGrp="1"/>
          </p:cNvSpPr>
          <p:nvPr/>
        </p:nvSpPr>
        <p:spPr>
          <a:xfrm xmlns:a="http://schemas.openxmlformats.org/drawingml/2006/main">
            <a:off x="3676650" y="1771650"/>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SERVICE LAYER</a:t>
            </a:r>
          </a:p>
        </p:txBody>
      </p:sp>
      <p:sp>
        <p:nvSpPr>
          <p:cNvPr id="10" name="">
            <a:extLst xmlns:a="http://schemas.openxmlformats.org/drawingml/2006/main">
              <a:ext uri="{FF2B5EF4-FFF2-40B4-BE49-F238E27FC236}">
                <a16:creationId xmlns:a16="http://schemas.microsoft.com/office/drawing/2014/main" id="{EAEFEEF4-E027-4D6E-A301-F28C066F1093}"/>
              </a:ext>
            </a:extLst>
          </p:cNvPr>
          <p:cNvSpPr>
            <a:spLocks xmlns:a="http://schemas.openxmlformats.org/drawingml/2006/main" noGrp="1"/>
          </p:cNvSpPr>
          <p:nvPr/>
        </p:nvSpPr>
        <p:spPr>
          <a:xfrm xmlns:a="http://schemas.openxmlformats.org/drawingml/2006/main">
            <a:off x="3676650" y="2114550"/>
            <a:ext cx="2381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i="0">
                <a:solidFill>
                  <a:srgbClr val="163E2D"/>
                </a:solidFill>
              </a:defRPr>
            </a:defPPr>
            <a:lvl1pPr algn="l">
              <a:defRPr sz="1725" b="1" i="0">
                <a:solidFill>
                  <a:srgbClr val="163E2D"/>
                </a:solidFill>
              </a:defRPr>
            </a:lvl1pPr>
            <a:lvl2pPr algn="l">
              <a:defRPr sz="1725" b="1" i="0">
                <a:solidFill>
                  <a:srgbClr val="163E2D"/>
                </a:solidFill>
              </a:defRPr>
            </a:lvl2pPr>
            <a:lvl3pPr algn="l">
              <a:defRPr sz="1725" b="1" i="0">
                <a:solidFill>
                  <a:srgbClr val="163E2D"/>
                </a:solidFill>
              </a:defRPr>
            </a:lvl3pPr>
            <a:lvl4pPr algn="l">
              <a:defRPr sz="1725" b="1" i="0">
                <a:solidFill>
                  <a:srgbClr val="163E2D"/>
                </a:solidFill>
              </a:defRPr>
            </a:lvl4pPr>
            <a:lvl5pPr algn="l">
              <a:defRPr sz="1725" b="1" i="0">
                <a:solidFill>
                  <a:srgbClr val="163E2D"/>
                </a:solidFill>
              </a:defRPr>
            </a:lvl5pPr>
            <a:lvl6pPr algn="l">
              <a:defRPr sz="1725" b="1" i="0">
                <a:solidFill>
                  <a:srgbClr val="163E2D"/>
                </a:solidFill>
              </a:defRPr>
            </a:lvl6pPr>
            <a:lvl7pPr algn="l">
              <a:defRPr sz="1725" b="1" i="0">
                <a:solidFill>
                  <a:srgbClr val="163E2D"/>
                </a:solidFill>
              </a:defRPr>
            </a:lvl7pPr>
            <a:lvl8pPr algn="l">
              <a:defRPr sz="1725" b="1" i="0">
                <a:solidFill>
                  <a:srgbClr val="163E2D"/>
                </a:solidFill>
              </a:defRPr>
            </a:lvl8pPr>
            <a:lvl9pPr algn="l">
              <a:defRPr sz="1725" b="1" i="0">
                <a:solidFill>
                  <a:srgbClr val="163E2D"/>
                </a:solidFill>
              </a:defRPr>
            </a:lvl9pPr>
          </a:lstStyle>
          <a:p xmlns:a="http://schemas.openxmlformats.org/drawingml/2006/main">
            <a:pPr algn="l">
              <a:defRPr sz="1725" b="1" i="0">
                <a:solidFill>
                  <a:srgbClr val="163E2D"/>
                </a:solidFill>
              </a:defRPr>
            </a:pPr>
            <a:r>
              <a:rPr sz="1725" b="1" i="0">
                <a:solidFill>
                  <a:srgbClr val="163E2D"/>
                </a:solidFill>
              </a:rPr>
              <a:t>Node.js + Express</a:t>
            </a:r>
          </a:p>
          <a:p xmlns:a="http://schemas.openxmlformats.org/drawingml/2006/main">
            <a:pPr algn="l">
              <a:defRPr sz="1725" b="1" i="0">
                <a:solidFill>
                  <a:srgbClr val="163E2D"/>
                </a:solidFill>
              </a:defRPr>
            </a:pPr>
            <a:r>
              <a:rPr sz="1725" b="1" i="0">
                <a:solidFill>
                  <a:srgbClr val="163E2D"/>
                </a:solidFill>
              </a:rPr>
              <a:t>JWT API</a:t>
            </a:r>
          </a:p>
        </p:txBody>
      </p:sp>
      <p:sp>
        <p:nvSpPr>
          <p:cNvPr id="11" name="">
            <a:extLst xmlns:a="http://schemas.openxmlformats.org/drawingml/2006/main">
              <a:ext uri="{FF2B5EF4-FFF2-40B4-BE49-F238E27FC236}">
                <a16:creationId xmlns:a16="http://schemas.microsoft.com/office/drawing/2014/main" id="{1B8F2027-487E-400F-BDDD-4DBF9B52B3E8}"/>
              </a:ext>
            </a:extLst>
          </p:cNvPr>
          <p:cNvSpPr>
            <a:spLocks xmlns:a="http://schemas.openxmlformats.org/drawingml/2006/main" noGrp="1"/>
          </p:cNvSpPr>
          <p:nvPr/>
        </p:nvSpPr>
        <p:spPr>
          <a:xfrm xmlns:a="http://schemas.openxmlformats.org/drawingml/2006/main">
            <a:off x="3676650" y="2867025"/>
            <a:ext cx="26193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i="0">
                <a:solidFill>
                  <a:srgbClr val="758078"/>
                </a:solidFill>
              </a:defRPr>
            </a:defPPr>
            <a:lvl1pPr algn="l">
              <a:defRPr sz="1275" b="0" i="0">
                <a:solidFill>
                  <a:srgbClr val="758078"/>
                </a:solidFill>
              </a:defRPr>
            </a:lvl1pPr>
            <a:lvl2pPr algn="l">
              <a:defRPr sz="1275" b="0" i="0">
                <a:solidFill>
                  <a:srgbClr val="758078"/>
                </a:solidFill>
              </a:defRPr>
            </a:lvl2pPr>
            <a:lvl3pPr algn="l">
              <a:defRPr sz="1275" b="0" i="0">
                <a:solidFill>
                  <a:srgbClr val="758078"/>
                </a:solidFill>
              </a:defRPr>
            </a:lvl3pPr>
            <a:lvl4pPr algn="l">
              <a:defRPr sz="1275" b="0" i="0">
                <a:solidFill>
                  <a:srgbClr val="758078"/>
                </a:solidFill>
              </a:defRPr>
            </a:lvl4pPr>
            <a:lvl5pPr algn="l">
              <a:defRPr sz="1275" b="0" i="0">
                <a:solidFill>
                  <a:srgbClr val="758078"/>
                </a:solidFill>
              </a:defRPr>
            </a:lvl5pPr>
            <a:lvl6pPr algn="l">
              <a:defRPr sz="1275" b="0" i="0">
                <a:solidFill>
                  <a:srgbClr val="758078"/>
                </a:solidFill>
              </a:defRPr>
            </a:lvl6pPr>
            <a:lvl7pPr algn="l">
              <a:defRPr sz="1275" b="0" i="0">
                <a:solidFill>
                  <a:srgbClr val="758078"/>
                </a:solidFill>
              </a:defRPr>
            </a:lvl7pPr>
            <a:lvl8pPr algn="l">
              <a:defRPr sz="1275" b="0" i="0">
                <a:solidFill>
                  <a:srgbClr val="758078"/>
                </a:solidFill>
              </a:defRPr>
            </a:lvl8pPr>
            <a:lvl9pPr algn="l">
              <a:defRPr sz="1275" b="0" i="0">
                <a:solidFill>
                  <a:srgbClr val="758078"/>
                </a:solidFill>
              </a:defRPr>
            </a:lvl9pPr>
          </a:lstStyle>
          <a:p xmlns:a="http://schemas.openxmlformats.org/drawingml/2006/main">
            <a:pPr algn="l">
              <a:defRPr sz="1275" b="0" i="0">
                <a:solidFill>
                  <a:srgbClr val="758078"/>
                </a:solidFill>
              </a:defRPr>
            </a:pPr>
            <a:r>
              <a:rPr sz="1275" b="0" i="0">
                <a:solidFill>
                  <a:srgbClr val="758078"/>
                </a:solidFill>
              </a:rPr>
              <a:t>Account access · business APIs</a:t>
            </a:r>
          </a:p>
          <a:p xmlns:a="http://schemas.openxmlformats.org/drawingml/2006/main">
            <a:pPr algn="l">
              <a:defRPr sz="1275" b="0" i="0">
                <a:solidFill>
                  <a:srgbClr val="758078"/>
                </a:solidFill>
              </a:defRPr>
            </a:pPr>
            <a:r>
              <a:rPr sz="1275" b="0" i="0">
                <a:solidFill>
                  <a:srgbClr val="758078"/>
                </a:solidFill>
              </a:rPr>
              <a:t>AI integration path</a:t>
            </a:r>
          </a:p>
        </p:txBody>
      </p:sp>
      <p:sp>
        <p:nvSpPr>
          <p:cNvPr id="12" name="">
            <a:extLst xmlns:a="http://schemas.openxmlformats.org/drawingml/2006/main">
              <a:ext uri="{FF2B5EF4-FFF2-40B4-BE49-F238E27FC236}">
                <a16:creationId xmlns:a16="http://schemas.microsoft.com/office/drawing/2014/main" id="{04847953-8EE8-442E-9F8D-B431C1AA0D2A}"/>
              </a:ext>
            </a:extLst>
          </p:cNvPr>
          <p:cNvSpPr>
            <a:spLocks xmlns:a="http://schemas.openxmlformats.org/drawingml/2006/main" noGrp="1"/>
          </p:cNvSpPr>
          <p:nvPr/>
        </p:nvSpPr>
        <p:spPr>
          <a:xfrm xmlns:a="http://schemas.openxmlformats.org/drawingml/2006/main">
            <a:off x="6753225" y="1771650"/>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RECORD LAYER</a:t>
            </a:r>
          </a:p>
        </p:txBody>
      </p:sp>
      <p:sp>
        <p:nvSpPr>
          <p:cNvPr id="13" name="">
            <a:extLst xmlns:a="http://schemas.openxmlformats.org/drawingml/2006/main">
              <a:ext uri="{FF2B5EF4-FFF2-40B4-BE49-F238E27FC236}">
                <a16:creationId xmlns:a16="http://schemas.microsoft.com/office/drawing/2014/main" id="{590D3F96-8508-4653-9204-9523D80FC1F8}"/>
              </a:ext>
            </a:extLst>
          </p:cNvPr>
          <p:cNvSpPr>
            <a:spLocks xmlns:a="http://schemas.openxmlformats.org/drawingml/2006/main" noGrp="1"/>
          </p:cNvSpPr>
          <p:nvPr/>
        </p:nvSpPr>
        <p:spPr>
          <a:xfrm xmlns:a="http://schemas.openxmlformats.org/drawingml/2006/main">
            <a:off x="6753225" y="2114550"/>
            <a:ext cx="247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i="0">
                <a:solidFill>
                  <a:srgbClr val="163E2D"/>
                </a:solidFill>
              </a:defRPr>
            </a:defPPr>
            <a:lvl1pPr algn="l">
              <a:defRPr sz="1725" b="1" i="0">
                <a:solidFill>
                  <a:srgbClr val="163E2D"/>
                </a:solidFill>
              </a:defRPr>
            </a:lvl1pPr>
            <a:lvl2pPr algn="l">
              <a:defRPr sz="1725" b="1" i="0">
                <a:solidFill>
                  <a:srgbClr val="163E2D"/>
                </a:solidFill>
              </a:defRPr>
            </a:lvl2pPr>
            <a:lvl3pPr algn="l">
              <a:defRPr sz="1725" b="1" i="0">
                <a:solidFill>
                  <a:srgbClr val="163E2D"/>
                </a:solidFill>
              </a:defRPr>
            </a:lvl3pPr>
            <a:lvl4pPr algn="l">
              <a:defRPr sz="1725" b="1" i="0">
                <a:solidFill>
                  <a:srgbClr val="163E2D"/>
                </a:solidFill>
              </a:defRPr>
            </a:lvl4pPr>
            <a:lvl5pPr algn="l">
              <a:defRPr sz="1725" b="1" i="0">
                <a:solidFill>
                  <a:srgbClr val="163E2D"/>
                </a:solidFill>
              </a:defRPr>
            </a:lvl5pPr>
            <a:lvl6pPr algn="l">
              <a:defRPr sz="1725" b="1" i="0">
                <a:solidFill>
                  <a:srgbClr val="163E2D"/>
                </a:solidFill>
              </a:defRPr>
            </a:lvl6pPr>
            <a:lvl7pPr algn="l">
              <a:defRPr sz="1725" b="1" i="0">
                <a:solidFill>
                  <a:srgbClr val="163E2D"/>
                </a:solidFill>
              </a:defRPr>
            </a:lvl7pPr>
            <a:lvl8pPr algn="l">
              <a:defRPr sz="1725" b="1" i="0">
                <a:solidFill>
                  <a:srgbClr val="163E2D"/>
                </a:solidFill>
              </a:defRPr>
            </a:lvl8pPr>
            <a:lvl9pPr algn="l">
              <a:defRPr sz="1725" b="1" i="0">
                <a:solidFill>
                  <a:srgbClr val="163E2D"/>
                </a:solidFill>
              </a:defRPr>
            </a:lvl9pPr>
          </a:lstStyle>
          <a:p xmlns:a="http://schemas.openxmlformats.org/drawingml/2006/main">
            <a:pPr algn="l">
              <a:defRPr sz="1725" b="1" i="0">
                <a:solidFill>
                  <a:srgbClr val="163E2D"/>
                </a:solidFill>
              </a:defRPr>
            </a:pPr>
            <a:r>
              <a:rPr sz="1725" b="1" i="0">
                <a:solidFill>
                  <a:srgbClr val="163E2D"/>
                </a:solidFill>
              </a:rPr>
              <a:t>PostgreSQL</a:t>
            </a:r>
          </a:p>
          <a:p xmlns:a="http://schemas.openxmlformats.org/drawingml/2006/main">
            <a:pPr algn="l">
              <a:defRPr sz="1725" b="1" i="0">
                <a:solidFill>
                  <a:srgbClr val="163E2D"/>
                </a:solidFill>
              </a:defRPr>
            </a:pPr>
            <a:r>
              <a:rPr sz="1725" b="1" i="0">
                <a:solidFill>
                  <a:srgbClr val="163E2D"/>
                </a:solidFill>
              </a:rPr>
              <a:t>+ pgvector · Redis</a:t>
            </a:r>
          </a:p>
        </p:txBody>
      </p:sp>
      <p:sp>
        <p:nvSpPr>
          <p:cNvPr id="14" name="">
            <a:extLst xmlns:a="http://schemas.openxmlformats.org/drawingml/2006/main">
              <a:ext uri="{FF2B5EF4-FFF2-40B4-BE49-F238E27FC236}">
                <a16:creationId xmlns:a16="http://schemas.microsoft.com/office/drawing/2014/main" id="{0C46D954-565A-4558-95E9-BB54A0154D4E}"/>
              </a:ext>
            </a:extLst>
          </p:cNvPr>
          <p:cNvSpPr>
            <a:spLocks xmlns:a="http://schemas.openxmlformats.org/drawingml/2006/main" noGrp="1"/>
          </p:cNvSpPr>
          <p:nvPr/>
        </p:nvSpPr>
        <p:spPr>
          <a:xfrm xmlns:a="http://schemas.openxmlformats.org/drawingml/2006/main">
            <a:off x="6753225" y="2867025"/>
            <a:ext cx="26193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i="0">
                <a:solidFill>
                  <a:srgbClr val="758078"/>
                </a:solidFill>
              </a:defRPr>
            </a:defPPr>
            <a:lvl1pPr algn="l">
              <a:defRPr sz="1275" b="0" i="0">
                <a:solidFill>
                  <a:srgbClr val="758078"/>
                </a:solidFill>
              </a:defRPr>
            </a:lvl1pPr>
            <a:lvl2pPr algn="l">
              <a:defRPr sz="1275" b="0" i="0">
                <a:solidFill>
                  <a:srgbClr val="758078"/>
                </a:solidFill>
              </a:defRPr>
            </a:lvl2pPr>
            <a:lvl3pPr algn="l">
              <a:defRPr sz="1275" b="0" i="0">
                <a:solidFill>
                  <a:srgbClr val="758078"/>
                </a:solidFill>
              </a:defRPr>
            </a:lvl3pPr>
            <a:lvl4pPr algn="l">
              <a:defRPr sz="1275" b="0" i="0">
                <a:solidFill>
                  <a:srgbClr val="758078"/>
                </a:solidFill>
              </a:defRPr>
            </a:lvl4pPr>
            <a:lvl5pPr algn="l">
              <a:defRPr sz="1275" b="0" i="0">
                <a:solidFill>
                  <a:srgbClr val="758078"/>
                </a:solidFill>
              </a:defRPr>
            </a:lvl5pPr>
            <a:lvl6pPr algn="l">
              <a:defRPr sz="1275" b="0" i="0">
                <a:solidFill>
                  <a:srgbClr val="758078"/>
                </a:solidFill>
              </a:defRPr>
            </a:lvl6pPr>
            <a:lvl7pPr algn="l">
              <a:defRPr sz="1275" b="0" i="0">
                <a:solidFill>
                  <a:srgbClr val="758078"/>
                </a:solidFill>
              </a:defRPr>
            </a:lvl7pPr>
            <a:lvl8pPr algn="l">
              <a:defRPr sz="1275" b="0" i="0">
                <a:solidFill>
                  <a:srgbClr val="758078"/>
                </a:solidFill>
              </a:defRPr>
            </a:lvl8pPr>
            <a:lvl9pPr algn="l">
              <a:defRPr sz="1275" b="0" i="0">
                <a:solidFill>
                  <a:srgbClr val="758078"/>
                </a:solidFill>
              </a:defRPr>
            </a:lvl9pPr>
          </a:lstStyle>
          <a:p xmlns:a="http://schemas.openxmlformats.org/drawingml/2006/main">
            <a:pPr algn="l">
              <a:defRPr sz="1275" b="0" i="0">
                <a:solidFill>
                  <a:srgbClr val="758078"/>
                </a:solidFill>
              </a:defRPr>
            </a:pPr>
            <a:r>
              <a:rPr sz="1275" b="0" i="0">
                <a:solidFill>
                  <a:srgbClr val="758078"/>
                </a:solidFill>
              </a:rPr>
              <a:t>Business data · event records</a:t>
            </a:r>
          </a:p>
          <a:p xmlns:a="http://schemas.openxmlformats.org/drawingml/2006/main">
            <a:pPr algn="l">
              <a:defRPr sz="1275" b="0" i="0">
                <a:solidFill>
                  <a:srgbClr val="758078"/>
                </a:solidFill>
              </a:defRPr>
            </a:pPr>
            <a:r>
              <a:rPr sz="1275" b="0" i="0">
                <a:solidFill>
                  <a:srgbClr val="758078"/>
                </a:solidFill>
              </a:rPr>
              <a:t>retrieval support</a:t>
            </a:r>
          </a:p>
        </p:txBody>
      </p:sp>
      <p:sp>
        <p:nvSpPr>
          <p:cNvPr id="15" name="">
            <a:extLst xmlns:a="http://schemas.openxmlformats.org/drawingml/2006/main">
              <a:ext uri="{FF2B5EF4-FFF2-40B4-BE49-F238E27FC236}">
                <a16:creationId xmlns:a16="http://schemas.microsoft.com/office/drawing/2014/main" id="{DD971652-E0AB-429F-9F5F-D8034DAE38E9}"/>
              </a:ext>
            </a:extLst>
          </p:cNvPr>
          <p:cNvSpPr>
            <a:spLocks xmlns:a="http://schemas.openxmlformats.org/drawingml/2006/main" noGrp="1"/>
          </p:cNvSpPr>
          <p:nvPr/>
        </p:nvSpPr>
        <p:spPr>
          <a:xfrm xmlns:a="http://schemas.openxmlformats.org/drawingml/2006/main">
            <a:off x="9858375" y="17716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TRACEABILITY</a:t>
            </a:r>
          </a:p>
        </p:txBody>
      </p:sp>
      <p:sp>
        <p:nvSpPr>
          <p:cNvPr id="16" name="">
            <a:extLst xmlns:a="http://schemas.openxmlformats.org/drawingml/2006/main">
              <a:ext uri="{FF2B5EF4-FFF2-40B4-BE49-F238E27FC236}">
                <a16:creationId xmlns:a16="http://schemas.microsoft.com/office/drawing/2014/main" id="{C4075BF1-DCD7-4510-9967-036F7506D4B1}"/>
              </a:ext>
            </a:extLst>
          </p:cNvPr>
          <p:cNvSpPr>
            <a:spLocks xmlns:a="http://schemas.openxmlformats.org/drawingml/2006/main" noGrp="1"/>
          </p:cNvSpPr>
          <p:nvPr/>
        </p:nvSpPr>
        <p:spPr>
          <a:xfrm xmlns:a="http://schemas.openxmlformats.org/drawingml/2006/main">
            <a:off x="9858375" y="2114550"/>
            <a:ext cx="209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i="0">
                <a:solidFill>
                  <a:srgbClr val="163E2D"/>
                </a:solidFill>
              </a:defRPr>
            </a:defPPr>
            <a:lvl1pPr algn="l">
              <a:defRPr sz="1725" b="1" i="0">
                <a:solidFill>
                  <a:srgbClr val="163E2D"/>
                </a:solidFill>
              </a:defRPr>
            </a:lvl1pPr>
            <a:lvl2pPr algn="l">
              <a:defRPr sz="1725" b="1" i="0">
                <a:solidFill>
                  <a:srgbClr val="163E2D"/>
                </a:solidFill>
              </a:defRPr>
            </a:lvl2pPr>
            <a:lvl3pPr algn="l">
              <a:defRPr sz="1725" b="1" i="0">
                <a:solidFill>
                  <a:srgbClr val="163E2D"/>
                </a:solidFill>
              </a:defRPr>
            </a:lvl3pPr>
            <a:lvl4pPr algn="l">
              <a:defRPr sz="1725" b="1" i="0">
                <a:solidFill>
                  <a:srgbClr val="163E2D"/>
                </a:solidFill>
              </a:defRPr>
            </a:lvl4pPr>
            <a:lvl5pPr algn="l">
              <a:defRPr sz="1725" b="1" i="0">
                <a:solidFill>
                  <a:srgbClr val="163E2D"/>
                </a:solidFill>
              </a:defRPr>
            </a:lvl5pPr>
            <a:lvl6pPr algn="l">
              <a:defRPr sz="1725" b="1" i="0">
                <a:solidFill>
                  <a:srgbClr val="163E2D"/>
                </a:solidFill>
              </a:defRPr>
            </a:lvl6pPr>
            <a:lvl7pPr algn="l">
              <a:defRPr sz="1725" b="1" i="0">
                <a:solidFill>
                  <a:srgbClr val="163E2D"/>
                </a:solidFill>
              </a:defRPr>
            </a:lvl7pPr>
            <a:lvl8pPr algn="l">
              <a:defRPr sz="1725" b="1" i="0">
                <a:solidFill>
                  <a:srgbClr val="163E2D"/>
                </a:solidFill>
              </a:defRPr>
            </a:lvl8pPr>
            <a:lvl9pPr algn="l">
              <a:defRPr sz="1725" b="1" i="0">
                <a:solidFill>
                  <a:srgbClr val="163E2D"/>
                </a:solidFill>
              </a:defRPr>
            </a:lvl9pPr>
          </a:lstStyle>
          <a:p xmlns:a="http://schemas.openxmlformats.org/drawingml/2006/main">
            <a:pPr algn="l">
              <a:defRPr sz="1725" b="1" i="0">
                <a:solidFill>
                  <a:srgbClr val="163E2D"/>
                </a:solidFill>
              </a:defRPr>
            </a:pPr>
            <a:r>
              <a:rPr sz="1725" b="1" i="0">
                <a:solidFill>
                  <a:srgbClr val="163E2D"/>
                </a:solidFill>
              </a:rPr>
              <a:t>EPCIS-shaped</a:t>
            </a:r>
          </a:p>
          <a:p xmlns:a="http://schemas.openxmlformats.org/drawingml/2006/main">
            <a:pPr algn="l">
              <a:defRPr sz="1725" b="1" i="0">
                <a:solidFill>
                  <a:srgbClr val="163E2D"/>
                </a:solidFill>
              </a:defRPr>
            </a:pPr>
            <a:r>
              <a:rPr sz="1725" b="1" i="0">
                <a:solidFill>
                  <a:srgbClr val="163E2D"/>
                </a:solidFill>
              </a:rPr>
              <a:t>event records</a:t>
            </a:r>
          </a:p>
        </p:txBody>
      </p:sp>
      <p:sp>
        <p:nvSpPr>
          <p:cNvPr id="17" name="">
            <a:extLst xmlns:a="http://schemas.openxmlformats.org/drawingml/2006/main">
              <a:ext uri="{FF2B5EF4-FFF2-40B4-BE49-F238E27FC236}">
                <a16:creationId xmlns:a16="http://schemas.microsoft.com/office/drawing/2014/main" id="{841FA6F1-88FA-453A-82B6-68297C219782}"/>
              </a:ext>
            </a:extLst>
          </p:cNvPr>
          <p:cNvSpPr>
            <a:spLocks xmlns:a="http://schemas.openxmlformats.org/drawingml/2006/main" noGrp="1"/>
          </p:cNvSpPr>
          <p:nvPr/>
        </p:nvSpPr>
        <p:spPr>
          <a:xfrm xmlns:a="http://schemas.openxmlformats.org/drawingml/2006/main">
            <a:off x="9858375" y="2867025"/>
            <a:ext cx="209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i="0">
                <a:solidFill>
                  <a:srgbClr val="758078"/>
                </a:solidFill>
              </a:defRPr>
            </a:defPPr>
            <a:lvl1pPr algn="l">
              <a:defRPr sz="1275" b="0" i="0">
                <a:solidFill>
                  <a:srgbClr val="758078"/>
                </a:solidFill>
              </a:defRPr>
            </a:lvl1pPr>
            <a:lvl2pPr algn="l">
              <a:defRPr sz="1275" b="0" i="0">
                <a:solidFill>
                  <a:srgbClr val="758078"/>
                </a:solidFill>
              </a:defRPr>
            </a:lvl2pPr>
            <a:lvl3pPr algn="l">
              <a:defRPr sz="1275" b="0" i="0">
                <a:solidFill>
                  <a:srgbClr val="758078"/>
                </a:solidFill>
              </a:defRPr>
            </a:lvl3pPr>
            <a:lvl4pPr algn="l">
              <a:defRPr sz="1275" b="0" i="0">
                <a:solidFill>
                  <a:srgbClr val="758078"/>
                </a:solidFill>
              </a:defRPr>
            </a:lvl4pPr>
            <a:lvl5pPr algn="l">
              <a:defRPr sz="1275" b="0" i="0">
                <a:solidFill>
                  <a:srgbClr val="758078"/>
                </a:solidFill>
              </a:defRPr>
            </a:lvl5pPr>
            <a:lvl6pPr algn="l">
              <a:defRPr sz="1275" b="0" i="0">
                <a:solidFill>
                  <a:srgbClr val="758078"/>
                </a:solidFill>
              </a:defRPr>
            </a:lvl6pPr>
            <a:lvl7pPr algn="l">
              <a:defRPr sz="1275" b="0" i="0">
                <a:solidFill>
                  <a:srgbClr val="758078"/>
                </a:solidFill>
              </a:defRPr>
            </a:lvl7pPr>
            <a:lvl8pPr algn="l">
              <a:defRPr sz="1275" b="0" i="0">
                <a:solidFill>
                  <a:srgbClr val="758078"/>
                </a:solidFill>
              </a:defRPr>
            </a:lvl8pPr>
            <a:lvl9pPr algn="l">
              <a:defRPr sz="1275" b="0" i="0">
                <a:solidFill>
                  <a:srgbClr val="758078"/>
                </a:solidFill>
              </a:defRPr>
            </a:lvl9pPr>
          </a:lstStyle>
          <a:p xmlns:a="http://schemas.openxmlformats.org/drawingml/2006/main">
            <a:pPr algn="l">
              <a:defRPr sz="1275" b="0" i="0">
                <a:solidFill>
                  <a:srgbClr val="758078"/>
                </a:solidFill>
              </a:defRPr>
            </a:pPr>
            <a:r>
              <a:rPr sz="1275" b="0" i="0">
                <a:solidFill>
                  <a:srgbClr val="758078"/>
                </a:solidFill>
              </a:rPr>
              <a:t>Product · batch · movement</a:t>
            </a:r>
          </a:p>
          <a:p xmlns:a="http://schemas.openxmlformats.org/drawingml/2006/main">
            <a:pPr algn="l">
              <a:defRPr sz="1275" b="0" i="0">
                <a:solidFill>
                  <a:srgbClr val="758078"/>
                </a:solidFill>
              </a:defRPr>
            </a:pPr>
            <a:r>
              <a:rPr sz="1275" b="0" i="0">
                <a:solidFill>
                  <a:srgbClr val="758078"/>
                </a:solidFill>
              </a:rPr>
              <a:t>receipt evidence</a:t>
            </a:r>
          </a:p>
        </p:txBody>
      </p:sp>
      <p:sp>
        <p:nvSpPr>
          <p:cNvPr id="18" name="">
            <a:extLst xmlns:a="http://schemas.openxmlformats.org/drawingml/2006/main">
              <a:ext uri="{FF2B5EF4-FFF2-40B4-BE49-F238E27FC236}">
                <a16:creationId xmlns:a16="http://schemas.microsoft.com/office/drawing/2014/main" id="{10B4F2FE-A93C-4617-881C-247ED9008369}"/>
              </a:ext>
            </a:extLst>
          </p:cNvPr>
          <p:cNvSpPr>
            <a:spLocks xmlns:a="http://schemas.openxmlformats.org/drawingml/2006/main" noGrp="1"/>
          </p:cNvSpPr>
          <p:nvPr/>
        </p:nvSpPr>
        <p:spPr>
          <a:xfrm xmlns:a="http://schemas.openxmlformats.org/drawingml/2006/main">
            <a:off x="3238500" y="2238375"/>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660"/>
          </a:bodyPr>
          <a:lstStyle xmlns:a="http://schemas.openxmlformats.org/drawingml/2006/main">
            <a:defPPr algn="ctr">
              <a:defRPr sz="1800" b="1" i="0">
                <a:solidFill>
                  <a:srgbClr val="83B552"/>
                </a:solidFill>
              </a:defRPr>
            </a:defPPr>
            <a:lvl1pPr algn="ctr">
              <a:defRPr sz="1800" b="1" i="0">
                <a:solidFill>
                  <a:srgbClr val="83B552"/>
                </a:solidFill>
              </a:defRPr>
            </a:lvl1pPr>
            <a:lvl2pPr algn="ctr">
              <a:defRPr sz="1800" b="1" i="0">
                <a:solidFill>
                  <a:srgbClr val="83B552"/>
                </a:solidFill>
              </a:defRPr>
            </a:lvl2pPr>
            <a:lvl3pPr algn="ctr">
              <a:defRPr sz="1800" b="1" i="0">
                <a:solidFill>
                  <a:srgbClr val="83B552"/>
                </a:solidFill>
              </a:defRPr>
            </a:lvl3pPr>
            <a:lvl4pPr algn="ctr">
              <a:defRPr sz="1800" b="1" i="0">
                <a:solidFill>
                  <a:srgbClr val="83B552"/>
                </a:solidFill>
              </a:defRPr>
            </a:lvl4pPr>
            <a:lvl5pPr algn="ctr">
              <a:defRPr sz="1800" b="1" i="0">
                <a:solidFill>
                  <a:srgbClr val="83B552"/>
                </a:solidFill>
              </a:defRPr>
            </a:lvl5pPr>
            <a:lvl6pPr algn="ctr">
              <a:defRPr sz="1800" b="1" i="0">
                <a:solidFill>
                  <a:srgbClr val="83B552"/>
                </a:solidFill>
              </a:defRPr>
            </a:lvl6pPr>
            <a:lvl7pPr algn="ctr">
              <a:defRPr sz="1800" b="1" i="0">
                <a:solidFill>
                  <a:srgbClr val="83B552"/>
                </a:solidFill>
              </a:defRPr>
            </a:lvl7pPr>
            <a:lvl8pPr algn="ctr">
              <a:defRPr sz="1800" b="1" i="0">
                <a:solidFill>
                  <a:srgbClr val="83B552"/>
                </a:solidFill>
              </a:defRPr>
            </a:lvl8pPr>
            <a:lvl9pPr algn="ctr">
              <a:defRPr sz="1800" b="1" i="0">
                <a:solidFill>
                  <a:srgbClr val="83B552"/>
                </a:solidFill>
              </a:defRPr>
            </a:lvl9pPr>
          </a:lstStyle>
          <a:p xmlns:a="http://schemas.openxmlformats.org/drawingml/2006/main">
            <a:pPr algn="ctr">
              <a:defRPr sz="1800" b="1" i="0">
                <a:solidFill>
                  <a:srgbClr val="83B552"/>
                </a:solidFill>
              </a:defRPr>
            </a:pPr>
            <a:r>
              <a:rPr sz="1800" b="1" i="0">
                <a:solidFill>
                  <a:srgbClr val="83B552"/>
                </a:solidFill>
              </a:rPr>
              <a:t>→</a:t>
            </a:r>
          </a:p>
        </p:txBody>
      </p:sp>
      <p:sp>
        <p:nvSpPr>
          <p:cNvPr id="19" name="">
            <a:extLst xmlns:a="http://schemas.openxmlformats.org/drawingml/2006/main">
              <a:ext uri="{FF2B5EF4-FFF2-40B4-BE49-F238E27FC236}">
                <a16:creationId xmlns:a16="http://schemas.microsoft.com/office/drawing/2014/main" id="{906881C0-429B-496B-8E9E-04FB14D0BB54}"/>
              </a:ext>
            </a:extLst>
          </p:cNvPr>
          <p:cNvSpPr>
            <a:spLocks xmlns:a="http://schemas.openxmlformats.org/drawingml/2006/main" noGrp="1"/>
          </p:cNvSpPr>
          <p:nvPr/>
        </p:nvSpPr>
        <p:spPr>
          <a:xfrm xmlns:a="http://schemas.openxmlformats.org/drawingml/2006/main">
            <a:off x="6353175" y="2238375"/>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660"/>
          </a:bodyPr>
          <a:lstStyle xmlns:a="http://schemas.openxmlformats.org/drawingml/2006/main">
            <a:defPPr algn="ctr">
              <a:defRPr sz="1800" b="1" i="0">
                <a:solidFill>
                  <a:srgbClr val="83B552"/>
                </a:solidFill>
              </a:defRPr>
            </a:defPPr>
            <a:lvl1pPr algn="ctr">
              <a:defRPr sz="1800" b="1" i="0">
                <a:solidFill>
                  <a:srgbClr val="83B552"/>
                </a:solidFill>
              </a:defRPr>
            </a:lvl1pPr>
            <a:lvl2pPr algn="ctr">
              <a:defRPr sz="1800" b="1" i="0">
                <a:solidFill>
                  <a:srgbClr val="83B552"/>
                </a:solidFill>
              </a:defRPr>
            </a:lvl2pPr>
            <a:lvl3pPr algn="ctr">
              <a:defRPr sz="1800" b="1" i="0">
                <a:solidFill>
                  <a:srgbClr val="83B552"/>
                </a:solidFill>
              </a:defRPr>
            </a:lvl3pPr>
            <a:lvl4pPr algn="ctr">
              <a:defRPr sz="1800" b="1" i="0">
                <a:solidFill>
                  <a:srgbClr val="83B552"/>
                </a:solidFill>
              </a:defRPr>
            </a:lvl4pPr>
            <a:lvl5pPr algn="ctr">
              <a:defRPr sz="1800" b="1" i="0">
                <a:solidFill>
                  <a:srgbClr val="83B552"/>
                </a:solidFill>
              </a:defRPr>
            </a:lvl5pPr>
            <a:lvl6pPr algn="ctr">
              <a:defRPr sz="1800" b="1" i="0">
                <a:solidFill>
                  <a:srgbClr val="83B552"/>
                </a:solidFill>
              </a:defRPr>
            </a:lvl6pPr>
            <a:lvl7pPr algn="ctr">
              <a:defRPr sz="1800" b="1" i="0">
                <a:solidFill>
                  <a:srgbClr val="83B552"/>
                </a:solidFill>
              </a:defRPr>
            </a:lvl7pPr>
            <a:lvl8pPr algn="ctr">
              <a:defRPr sz="1800" b="1" i="0">
                <a:solidFill>
                  <a:srgbClr val="83B552"/>
                </a:solidFill>
              </a:defRPr>
            </a:lvl8pPr>
            <a:lvl9pPr algn="ctr">
              <a:defRPr sz="1800" b="1" i="0">
                <a:solidFill>
                  <a:srgbClr val="83B552"/>
                </a:solidFill>
              </a:defRPr>
            </a:lvl9pPr>
          </a:lstStyle>
          <a:p xmlns:a="http://schemas.openxmlformats.org/drawingml/2006/main">
            <a:pPr algn="ctr">
              <a:defRPr sz="1800" b="1" i="0">
                <a:solidFill>
                  <a:srgbClr val="83B552"/>
                </a:solidFill>
              </a:defRPr>
            </a:pPr>
            <a:r>
              <a:rPr sz="1800" b="1" i="0">
                <a:solidFill>
                  <a:srgbClr val="83B552"/>
                </a:solidFill>
              </a:rPr>
              <a:t>→</a:t>
            </a:r>
          </a:p>
        </p:txBody>
      </p:sp>
      <p:sp>
        <p:nvSpPr>
          <p:cNvPr id="20" name="">
            <a:extLst xmlns:a="http://schemas.openxmlformats.org/drawingml/2006/main">
              <a:ext uri="{FF2B5EF4-FFF2-40B4-BE49-F238E27FC236}">
                <a16:creationId xmlns:a16="http://schemas.microsoft.com/office/drawing/2014/main" id="{BC9E86B4-3D05-410D-ACC1-788259D89A0D}"/>
              </a:ext>
            </a:extLst>
          </p:cNvPr>
          <p:cNvSpPr>
            <a:spLocks xmlns:a="http://schemas.openxmlformats.org/drawingml/2006/main" noGrp="1"/>
          </p:cNvSpPr>
          <p:nvPr/>
        </p:nvSpPr>
        <p:spPr>
          <a:xfrm xmlns:a="http://schemas.openxmlformats.org/drawingml/2006/main">
            <a:off x="9467850" y="2238375"/>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660"/>
          </a:bodyPr>
          <a:lstStyle xmlns:a="http://schemas.openxmlformats.org/drawingml/2006/main">
            <a:defPPr algn="ctr">
              <a:defRPr sz="1800" b="1" i="0">
                <a:solidFill>
                  <a:srgbClr val="83B552"/>
                </a:solidFill>
              </a:defRPr>
            </a:defPPr>
            <a:lvl1pPr algn="ctr">
              <a:defRPr sz="1800" b="1" i="0">
                <a:solidFill>
                  <a:srgbClr val="83B552"/>
                </a:solidFill>
              </a:defRPr>
            </a:lvl1pPr>
            <a:lvl2pPr algn="ctr">
              <a:defRPr sz="1800" b="1" i="0">
                <a:solidFill>
                  <a:srgbClr val="83B552"/>
                </a:solidFill>
              </a:defRPr>
            </a:lvl2pPr>
            <a:lvl3pPr algn="ctr">
              <a:defRPr sz="1800" b="1" i="0">
                <a:solidFill>
                  <a:srgbClr val="83B552"/>
                </a:solidFill>
              </a:defRPr>
            </a:lvl3pPr>
            <a:lvl4pPr algn="ctr">
              <a:defRPr sz="1800" b="1" i="0">
                <a:solidFill>
                  <a:srgbClr val="83B552"/>
                </a:solidFill>
              </a:defRPr>
            </a:lvl4pPr>
            <a:lvl5pPr algn="ctr">
              <a:defRPr sz="1800" b="1" i="0">
                <a:solidFill>
                  <a:srgbClr val="83B552"/>
                </a:solidFill>
              </a:defRPr>
            </a:lvl5pPr>
            <a:lvl6pPr algn="ctr">
              <a:defRPr sz="1800" b="1" i="0">
                <a:solidFill>
                  <a:srgbClr val="83B552"/>
                </a:solidFill>
              </a:defRPr>
            </a:lvl6pPr>
            <a:lvl7pPr algn="ctr">
              <a:defRPr sz="1800" b="1" i="0">
                <a:solidFill>
                  <a:srgbClr val="83B552"/>
                </a:solidFill>
              </a:defRPr>
            </a:lvl7pPr>
            <a:lvl8pPr algn="ctr">
              <a:defRPr sz="1800" b="1" i="0">
                <a:solidFill>
                  <a:srgbClr val="83B552"/>
                </a:solidFill>
              </a:defRPr>
            </a:lvl8pPr>
            <a:lvl9pPr algn="ctr">
              <a:defRPr sz="1800" b="1" i="0">
                <a:solidFill>
                  <a:srgbClr val="83B552"/>
                </a:solidFill>
              </a:defRPr>
            </a:lvl9pPr>
          </a:lstStyle>
          <a:p xmlns:a="http://schemas.openxmlformats.org/drawingml/2006/main">
            <a:pPr algn="ctr">
              <a:defRPr sz="1800" b="1" i="0">
                <a:solidFill>
                  <a:srgbClr val="83B552"/>
                </a:solidFill>
              </a:defRPr>
            </a:pPr>
            <a:r>
              <a:rPr sz="1800" b="1" i="0">
                <a:solidFill>
                  <a:srgbClr val="83B552"/>
                </a:solidFill>
              </a:rPr>
              <a:t>→</a:t>
            </a:r>
          </a:p>
        </p:txBody>
      </p:sp>
      <p:sp>
        <p:nvSpPr>
          <p:cNvPr id="21" name="">
            <a:extLst xmlns:a="http://schemas.openxmlformats.org/drawingml/2006/main">
              <a:ext uri="{FF2B5EF4-FFF2-40B4-BE49-F238E27FC236}">
                <a16:creationId xmlns:a16="http://schemas.microsoft.com/office/drawing/2014/main" id="{C22F820D-7BED-4810-9032-B0DA6A44ACEA}"/>
              </a:ext>
            </a:extLst>
          </p:cNvPr>
          <p:cNvSpPr>
            <a:spLocks xmlns:a="http://schemas.openxmlformats.org/drawingml/2006/main" noGrp="1"/>
          </p:cNvSpPr>
          <p:nvPr/>
        </p:nvSpPr>
        <p:spPr>
          <a:xfrm xmlns:a="http://schemas.openxmlformats.org/drawingml/2006/main">
            <a:off x="685800" y="3962400"/>
            <a:ext cx="10820400" cy="19050"/>
          </a:xfrm>
          <a:prstGeom xmlns:a="http://schemas.openxmlformats.org/drawingml/2006/main" prst="rect">
            <a:avLst/>
          </a:prstGeom>
          <a:solidFill xmlns:a="http://schemas.openxmlformats.org/drawingml/2006/main">
            <a:srgbClr val="163E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1C4F31A-652E-42DA-9781-9ED506059CEB}"/>
              </a:ext>
            </a:extLst>
          </p:cNvPr>
          <p:cNvSpPr>
            <a:spLocks xmlns:a="http://schemas.openxmlformats.org/drawingml/2006/main" noGrp="1"/>
          </p:cNvSpPr>
          <p:nvPr/>
        </p:nvSpPr>
        <p:spPr>
          <a:xfrm xmlns:a="http://schemas.openxmlformats.org/drawingml/2006/main">
            <a:off x="685800" y="4248150"/>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WORKING PROTOTYPE</a:t>
            </a:r>
          </a:p>
        </p:txBody>
      </p:sp>
      <p:sp>
        <p:nvSpPr>
          <p:cNvPr id="23" name="">
            <a:extLst xmlns:a="http://schemas.openxmlformats.org/drawingml/2006/main">
              <a:ext uri="{FF2B5EF4-FFF2-40B4-BE49-F238E27FC236}">
                <a16:creationId xmlns:a16="http://schemas.microsoft.com/office/drawing/2014/main" id="{22DBE6B2-75C9-4A0C-BBF4-EF2BA2E143A7}"/>
              </a:ext>
            </a:extLst>
          </p:cNvPr>
          <p:cNvSpPr>
            <a:spLocks xmlns:a="http://schemas.openxmlformats.org/drawingml/2006/main" noGrp="1"/>
          </p:cNvSpPr>
          <p:nvPr/>
        </p:nvSpPr>
        <p:spPr>
          <a:xfrm xmlns:a="http://schemas.openxmlformats.org/drawingml/2006/main">
            <a:off x="685800" y="458152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i="0">
                <a:solidFill>
                  <a:srgbClr val="13231B"/>
                </a:solidFill>
              </a:defRPr>
            </a:defPPr>
            <a:lvl1pPr algn="l">
              <a:defRPr sz="1725" b="1" i="0">
                <a:solidFill>
                  <a:srgbClr val="13231B"/>
                </a:solidFill>
              </a:defRPr>
            </a:lvl1pPr>
            <a:lvl2pPr algn="l">
              <a:defRPr sz="1725" b="1" i="0">
                <a:solidFill>
                  <a:srgbClr val="13231B"/>
                </a:solidFill>
              </a:defRPr>
            </a:lvl2pPr>
            <a:lvl3pPr algn="l">
              <a:defRPr sz="1725" b="1" i="0">
                <a:solidFill>
                  <a:srgbClr val="13231B"/>
                </a:solidFill>
              </a:defRPr>
            </a:lvl3pPr>
            <a:lvl4pPr algn="l">
              <a:defRPr sz="1725" b="1" i="0">
                <a:solidFill>
                  <a:srgbClr val="13231B"/>
                </a:solidFill>
              </a:defRPr>
            </a:lvl4pPr>
            <a:lvl5pPr algn="l">
              <a:defRPr sz="1725" b="1" i="0">
                <a:solidFill>
                  <a:srgbClr val="13231B"/>
                </a:solidFill>
              </a:defRPr>
            </a:lvl5pPr>
            <a:lvl6pPr algn="l">
              <a:defRPr sz="1725" b="1" i="0">
                <a:solidFill>
                  <a:srgbClr val="13231B"/>
                </a:solidFill>
              </a:defRPr>
            </a:lvl6pPr>
            <a:lvl7pPr algn="l">
              <a:defRPr sz="1725" b="1" i="0">
                <a:solidFill>
                  <a:srgbClr val="13231B"/>
                </a:solidFill>
              </a:defRPr>
            </a:lvl7pPr>
            <a:lvl8pPr algn="l">
              <a:defRPr sz="1725" b="1" i="0">
                <a:solidFill>
                  <a:srgbClr val="13231B"/>
                </a:solidFill>
              </a:defRPr>
            </a:lvl8pPr>
            <a:lvl9pPr algn="l">
              <a:defRPr sz="1725" b="1" i="0">
                <a:solidFill>
                  <a:srgbClr val="13231B"/>
                </a:solidFill>
              </a:defRPr>
            </a:lvl9pPr>
          </a:lstStyle>
          <a:p xmlns:a="http://schemas.openxmlformats.org/drawingml/2006/main">
            <a:pPr algn="l">
              <a:defRPr sz="1725" b="1" i="0">
                <a:solidFill>
                  <a:srgbClr val="13231B"/>
                </a:solidFill>
              </a:defRPr>
            </a:pPr>
            <a:r>
              <a:rPr sz="1725" b="1" i="0">
                <a:solidFill>
                  <a:srgbClr val="13231B"/>
                </a:solidFill>
              </a:rPr>
              <a:t>Registration &amp; login · product and batch flows · traceability event API</a:t>
            </a:r>
          </a:p>
        </p:txBody>
      </p:sp>
      <p:sp>
        <p:nvSpPr>
          <p:cNvPr id="24" name="">
            <a:extLst xmlns:a="http://schemas.openxmlformats.org/drawingml/2006/main">
              <a:ext uri="{FF2B5EF4-FFF2-40B4-BE49-F238E27FC236}">
                <a16:creationId xmlns:a16="http://schemas.microsoft.com/office/drawing/2014/main" id="{C7DDED8D-59BE-4056-9EB5-6C64AB0D62A9}"/>
              </a:ext>
            </a:extLst>
          </p:cNvPr>
          <p:cNvSpPr>
            <a:spLocks xmlns:a="http://schemas.openxmlformats.org/drawingml/2006/main" noGrp="1"/>
          </p:cNvSpPr>
          <p:nvPr/>
        </p:nvSpPr>
        <p:spPr>
          <a:xfrm xmlns:a="http://schemas.openxmlformats.org/drawingml/2006/main">
            <a:off x="685800" y="52197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DEMO LIMIT</a:t>
            </a:r>
          </a:p>
        </p:txBody>
      </p:sp>
      <p:sp>
        <p:nvSpPr>
          <p:cNvPr id="25" name="">
            <a:extLst xmlns:a="http://schemas.openxmlformats.org/drawingml/2006/main">
              <a:ext uri="{FF2B5EF4-FFF2-40B4-BE49-F238E27FC236}">
                <a16:creationId xmlns:a16="http://schemas.microsoft.com/office/drawing/2014/main" id="{1DA2ED41-6D2C-473F-A669-7DD825F08AA2}"/>
              </a:ext>
            </a:extLst>
          </p:cNvPr>
          <p:cNvSpPr>
            <a:spLocks xmlns:a="http://schemas.openxmlformats.org/drawingml/2006/main" noGrp="1"/>
          </p:cNvSpPr>
          <p:nvPr/>
        </p:nvSpPr>
        <p:spPr>
          <a:xfrm xmlns:a="http://schemas.openxmlformats.org/drawingml/2006/main">
            <a:off x="2524125" y="5143500"/>
            <a:ext cx="8524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i="0">
                <a:solidFill>
                  <a:srgbClr val="758078"/>
                </a:solidFill>
              </a:defRPr>
            </a:defPPr>
            <a:lvl1pPr algn="l">
              <a:defRPr sz="1350" b="0" i="0">
                <a:solidFill>
                  <a:srgbClr val="758078"/>
                </a:solidFill>
              </a:defRPr>
            </a:lvl1pPr>
            <a:lvl2pPr algn="l">
              <a:defRPr sz="1350" b="0" i="0">
                <a:solidFill>
                  <a:srgbClr val="758078"/>
                </a:solidFill>
              </a:defRPr>
            </a:lvl2pPr>
            <a:lvl3pPr algn="l">
              <a:defRPr sz="1350" b="0" i="0">
                <a:solidFill>
                  <a:srgbClr val="758078"/>
                </a:solidFill>
              </a:defRPr>
            </a:lvl3pPr>
            <a:lvl4pPr algn="l">
              <a:defRPr sz="1350" b="0" i="0">
                <a:solidFill>
                  <a:srgbClr val="758078"/>
                </a:solidFill>
              </a:defRPr>
            </a:lvl4pPr>
            <a:lvl5pPr algn="l">
              <a:defRPr sz="1350" b="0" i="0">
                <a:solidFill>
                  <a:srgbClr val="758078"/>
                </a:solidFill>
              </a:defRPr>
            </a:lvl5pPr>
            <a:lvl6pPr algn="l">
              <a:defRPr sz="1350" b="0" i="0">
                <a:solidFill>
                  <a:srgbClr val="758078"/>
                </a:solidFill>
              </a:defRPr>
            </a:lvl6pPr>
            <a:lvl7pPr algn="l">
              <a:defRPr sz="1350" b="0" i="0">
                <a:solidFill>
                  <a:srgbClr val="758078"/>
                </a:solidFill>
              </a:defRPr>
            </a:lvl7pPr>
            <a:lvl8pPr algn="l">
              <a:defRPr sz="1350" b="0" i="0">
                <a:solidFill>
                  <a:srgbClr val="758078"/>
                </a:solidFill>
              </a:defRPr>
            </a:lvl8pPr>
            <a:lvl9pPr algn="l">
              <a:defRPr sz="1350" b="0" i="0">
                <a:solidFill>
                  <a:srgbClr val="758078"/>
                </a:solidFill>
              </a:defRPr>
            </a:lvl9pPr>
          </a:lstStyle>
          <a:p xmlns:a="http://schemas.openxmlformats.org/drawingml/2006/main">
            <a:pPr algn="l">
              <a:defRPr sz="1350" b="0" i="0">
                <a:solidFill>
                  <a:srgbClr val="758078"/>
                </a:solidFill>
              </a:defRPr>
            </a:pPr>
            <a:r>
              <a:rPr sz="1350" b="0" i="0">
                <a:solidFill>
                  <a:srgbClr val="758078"/>
                </a:solidFill>
              </a:rPr>
              <a:t>Dashboard records are illustrative sample data; accounts are not yet isolated from those samples.</a:t>
            </a:r>
          </a:p>
        </p:txBody>
      </p:sp>
    </p:spTree>
    <p:extLst>
      <p:ext uri="{BB962C8B-B14F-4D97-AF65-F5344CB8AC3E}">
        <p14:creationId xmlns:p14="http://schemas.microsoft.com/office/powerpoint/2010/main" val="746126348"/>
      </p:ext>
    </p:extLst>
  </p:cSld>
</p:sld>
</file>

<file path=ppt/slides/slide7.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2FE7581-5354-4FFE-9BE0-FEF1145B5242}"/>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06  /  AI &amp; TRUST</a:t>
            </a:r>
          </a:p>
        </p:txBody>
      </p:sp>
      <p:sp>
        <p:nvSpPr>
          <p:cNvPr id="2" name="">
            <a:extLst xmlns:a="http://schemas.openxmlformats.org/drawingml/2006/main">
              <a:ext uri="{FF2B5EF4-FFF2-40B4-BE49-F238E27FC236}">
                <a16:creationId xmlns:a16="http://schemas.microsoft.com/office/drawing/2014/main" id="{CBAB5886-E95D-4252-A131-46F2EDD763CC}"/>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AI follows the data; it does not invent certainty</a:t>
            </a:r>
          </a:p>
        </p:txBody>
      </p:sp>
      <p:sp>
        <p:nvSpPr>
          <p:cNvPr id="3" name="">
            <a:extLst xmlns:a="http://schemas.openxmlformats.org/drawingml/2006/main">
              <a:ext uri="{FF2B5EF4-FFF2-40B4-BE49-F238E27FC236}">
                <a16:creationId xmlns:a16="http://schemas.microsoft.com/office/drawing/2014/main" id="{DC05A74C-E053-4298-8384-F2FEAE561111}"/>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312EA5-3CE2-4FF2-A2D5-49ACC7B08C28}"/>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E94836B0-A843-4DE6-AD2B-54A44076239A}"/>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07</a:t>
            </a:r>
          </a:p>
        </p:txBody>
      </p:sp>
      <p:sp>
        <p:nvSpPr>
          <p:cNvPr id="6" name="">
            <a:extLst xmlns:a="http://schemas.openxmlformats.org/drawingml/2006/main">
              <a:ext uri="{FF2B5EF4-FFF2-40B4-BE49-F238E27FC236}">
                <a16:creationId xmlns:a16="http://schemas.microsoft.com/office/drawing/2014/main" id="{751AF182-34C9-41B3-8CCD-B3C445A11D9A}"/>
              </a:ext>
            </a:extLst>
          </p:cNvPr>
          <p:cNvSpPr>
            <a:spLocks xmlns:a="http://schemas.openxmlformats.org/drawingml/2006/main" noGrp="1"/>
          </p:cNvSpPr>
          <p:nvPr/>
        </p:nvSpPr>
        <p:spPr>
          <a:xfrm xmlns:a="http://schemas.openxmlformats.org/drawingml/2006/main">
            <a:off x="723900" y="186690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TODAY</a:t>
            </a:r>
          </a:p>
        </p:txBody>
      </p:sp>
      <p:sp>
        <p:nvSpPr>
          <p:cNvPr id="7" name="">
            <a:extLst xmlns:a="http://schemas.openxmlformats.org/drawingml/2006/main">
              <a:ext uri="{FF2B5EF4-FFF2-40B4-BE49-F238E27FC236}">
                <a16:creationId xmlns:a16="http://schemas.microsoft.com/office/drawing/2014/main" id="{4B229D92-66FF-4B88-8F05-2FB1B71F0DF6}"/>
              </a:ext>
            </a:extLst>
          </p:cNvPr>
          <p:cNvSpPr>
            <a:spLocks xmlns:a="http://schemas.openxmlformats.org/drawingml/2006/main" noGrp="1"/>
          </p:cNvSpPr>
          <p:nvPr/>
        </p:nvSpPr>
        <p:spPr>
          <a:xfrm xmlns:a="http://schemas.openxmlformats.org/drawingml/2006/main">
            <a:off x="723900" y="220980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257"/>
          </a:bodyPr>
          <a:lstStyle xmlns:a="http://schemas.openxmlformats.org/drawingml/2006/main">
            <a:defPPr algn="l">
              <a:defRPr sz="2175" b="1" i="0">
                <a:solidFill>
                  <a:srgbClr val="13231B"/>
                </a:solidFill>
              </a:defRPr>
            </a:defPPr>
            <a:lvl1pPr algn="l">
              <a:defRPr sz="2175" b="1" i="0">
                <a:solidFill>
                  <a:srgbClr val="13231B"/>
                </a:solidFill>
              </a:defRPr>
            </a:lvl1pPr>
            <a:lvl2pPr algn="l">
              <a:defRPr sz="2175" b="1" i="0">
                <a:solidFill>
                  <a:srgbClr val="13231B"/>
                </a:solidFill>
              </a:defRPr>
            </a:lvl2pPr>
            <a:lvl3pPr algn="l">
              <a:defRPr sz="2175" b="1" i="0">
                <a:solidFill>
                  <a:srgbClr val="13231B"/>
                </a:solidFill>
              </a:defRPr>
            </a:lvl3pPr>
            <a:lvl4pPr algn="l">
              <a:defRPr sz="2175" b="1" i="0">
                <a:solidFill>
                  <a:srgbClr val="13231B"/>
                </a:solidFill>
              </a:defRPr>
            </a:lvl4pPr>
            <a:lvl5pPr algn="l">
              <a:defRPr sz="2175" b="1" i="0">
                <a:solidFill>
                  <a:srgbClr val="13231B"/>
                </a:solidFill>
              </a:defRPr>
            </a:lvl5pPr>
            <a:lvl6pPr algn="l">
              <a:defRPr sz="2175" b="1" i="0">
                <a:solidFill>
                  <a:srgbClr val="13231B"/>
                </a:solidFill>
              </a:defRPr>
            </a:lvl6pPr>
            <a:lvl7pPr algn="l">
              <a:defRPr sz="2175" b="1" i="0">
                <a:solidFill>
                  <a:srgbClr val="13231B"/>
                </a:solidFill>
              </a:defRPr>
            </a:lvl7pPr>
            <a:lvl8pPr algn="l">
              <a:defRPr sz="2175" b="1" i="0">
                <a:solidFill>
                  <a:srgbClr val="13231B"/>
                </a:solidFill>
              </a:defRPr>
            </a:lvl8pPr>
            <a:lvl9pPr algn="l">
              <a:defRPr sz="2175" b="1" i="0">
                <a:solidFill>
                  <a:srgbClr val="13231B"/>
                </a:solidFill>
              </a:defRPr>
            </a:lvl9pPr>
          </a:lstStyle>
          <a:p xmlns:a="http://schemas.openxmlformats.org/drawingml/2006/main">
            <a:pPr algn="l">
              <a:defRPr sz="2175" b="1" i="0">
                <a:solidFill>
                  <a:srgbClr val="13231B"/>
                </a:solidFill>
              </a:defRPr>
            </a:pPr>
            <a:r>
              <a:rPr sz="2175" b="1" i="0">
                <a:solidFill>
                  <a:srgbClr val="13231B"/>
                </a:solidFill>
              </a:rPr>
              <a:t>No supply forecasting model is deployed.</a:t>
            </a:r>
          </a:p>
        </p:txBody>
      </p:sp>
      <p:sp>
        <p:nvSpPr>
          <p:cNvPr id="8" name="">
            <a:extLst xmlns:a="http://schemas.openxmlformats.org/drawingml/2006/main">
              <a:ext uri="{FF2B5EF4-FFF2-40B4-BE49-F238E27FC236}">
                <a16:creationId xmlns:a16="http://schemas.microsoft.com/office/drawing/2014/main" id="{76E62F90-A633-4741-B924-E00B056B8DA9}"/>
              </a:ext>
            </a:extLst>
          </p:cNvPr>
          <p:cNvSpPr>
            <a:spLocks xmlns:a="http://schemas.openxmlformats.org/drawingml/2006/main" noGrp="1"/>
          </p:cNvSpPr>
          <p:nvPr/>
        </p:nvSpPr>
        <p:spPr>
          <a:xfrm xmlns:a="http://schemas.openxmlformats.org/drawingml/2006/main">
            <a:off x="723900" y="2943225"/>
            <a:ext cx="4714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758078"/>
                </a:solidFill>
              </a:defRPr>
            </a:defPPr>
            <a:lvl1pPr algn="l">
              <a:defRPr sz="1500" b="0" i="0">
                <a:solidFill>
                  <a:srgbClr val="758078"/>
                </a:solidFill>
              </a:defRPr>
            </a:lvl1pPr>
            <a:lvl2pPr algn="l">
              <a:defRPr sz="1500" b="0" i="0">
                <a:solidFill>
                  <a:srgbClr val="758078"/>
                </a:solidFill>
              </a:defRPr>
            </a:lvl2pPr>
            <a:lvl3pPr algn="l">
              <a:defRPr sz="1500" b="0" i="0">
                <a:solidFill>
                  <a:srgbClr val="758078"/>
                </a:solidFill>
              </a:defRPr>
            </a:lvl3pPr>
            <a:lvl4pPr algn="l">
              <a:defRPr sz="1500" b="0" i="0">
                <a:solidFill>
                  <a:srgbClr val="758078"/>
                </a:solidFill>
              </a:defRPr>
            </a:lvl4pPr>
            <a:lvl5pPr algn="l">
              <a:defRPr sz="1500" b="0" i="0">
                <a:solidFill>
                  <a:srgbClr val="758078"/>
                </a:solidFill>
              </a:defRPr>
            </a:lvl5pPr>
            <a:lvl6pPr algn="l">
              <a:defRPr sz="1500" b="0" i="0">
                <a:solidFill>
                  <a:srgbClr val="758078"/>
                </a:solidFill>
              </a:defRPr>
            </a:lvl6pPr>
            <a:lvl7pPr algn="l">
              <a:defRPr sz="1500" b="0" i="0">
                <a:solidFill>
                  <a:srgbClr val="758078"/>
                </a:solidFill>
              </a:defRPr>
            </a:lvl7pPr>
            <a:lvl8pPr algn="l">
              <a:defRPr sz="1500" b="0" i="0">
                <a:solidFill>
                  <a:srgbClr val="758078"/>
                </a:solidFill>
              </a:defRPr>
            </a:lvl8pPr>
            <a:lvl9pPr algn="l">
              <a:defRPr sz="1500" b="0" i="0">
                <a:solidFill>
                  <a:srgbClr val="758078"/>
                </a:solidFill>
              </a:defRPr>
            </a:lvl9pPr>
          </a:lstStyle>
          <a:p xmlns:a="http://schemas.openxmlformats.org/drawingml/2006/main">
            <a:pPr algn="l">
              <a:defRPr sz="1500" b="0" i="0">
                <a:solidFill>
                  <a:srgbClr val="758078"/>
                </a:solidFill>
              </a:defRPr>
            </a:pPr>
            <a:r>
              <a:rPr sz="1500" b="0" i="0">
                <a:solidFill>
                  <a:srgbClr val="758078"/>
                </a:solidFill>
              </a:rPr>
              <a:t>The prototype can support structured records; reliable forecasting needs repeated demand, harvest and fulfilment outcomes.</a:t>
            </a:r>
          </a:p>
        </p:txBody>
      </p:sp>
      <p:sp>
        <p:nvSpPr>
          <p:cNvPr id="9" name="">
            <a:extLst xmlns:a="http://schemas.openxmlformats.org/drawingml/2006/main">
              <a:ext uri="{FF2B5EF4-FFF2-40B4-BE49-F238E27FC236}">
                <a16:creationId xmlns:a16="http://schemas.microsoft.com/office/drawing/2014/main" id="{5311DD96-7247-4FCC-8F14-1CA4205D146B}"/>
              </a:ext>
            </a:extLst>
          </p:cNvPr>
          <p:cNvSpPr>
            <a:spLocks xmlns:a="http://schemas.openxmlformats.org/drawingml/2006/main" noGrp="1"/>
          </p:cNvSpPr>
          <p:nvPr/>
        </p:nvSpPr>
        <p:spPr>
          <a:xfrm xmlns:a="http://schemas.openxmlformats.org/drawingml/2006/main">
            <a:off x="5981700" y="1809750"/>
            <a:ext cx="19050" cy="37147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1EA412-4194-4785-9762-A30216113A7E}"/>
              </a:ext>
            </a:extLst>
          </p:cNvPr>
          <p:cNvSpPr>
            <a:spLocks xmlns:a="http://schemas.openxmlformats.org/drawingml/2006/main" noGrp="1"/>
          </p:cNvSpPr>
          <p:nvPr/>
        </p:nvSpPr>
        <p:spPr>
          <a:xfrm xmlns:a="http://schemas.openxmlformats.org/drawingml/2006/main">
            <a:off x="6648450" y="18669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PROPOSED PATH</a:t>
            </a:r>
          </a:p>
        </p:txBody>
      </p:sp>
      <p:sp>
        <p:nvSpPr>
          <p:cNvPr id="11" name="">
            <a:extLst xmlns:a="http://schemas.openxmlformats.org/drawingml/2006/main">
              <a:ext uri="{FF2B5EF4-FFF2-40B4-BE49-F238E27FC236}">
                <a16:creationId xmlns:a16="http://schemas.microsoft.com/office/drawing/2014/main" id="{E49002A0-6CEE-4D0B-88A7-8D108E46E4F3}"/>
              </a:ext>
            </a:extLst>
          </p:cNvPr>
          <p:cNvSpPr>
            <a:spLocks xmlns:a="http://schemas.openxmlformats.org/drawingml/2006/main" noGrp="1"/>
          </p:cNvSpPr>
          <p:nvPr/>
        </p:nvSpPr>
        <p:spPr>
          <a:xfrm xmlns:a="http://schemas.openxmlformats.org/drawingml/2006/main">
            <a:off x="6667500" y="2295525"/>
            <a:ext cx="352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1</a:t>
            </a:r>
          </a:p>
        </p:txBody>
      </p:sp>
      <p:sp>
        <p:nvSpPr>
          <p:cNvPr id="12" name="">
            <a:extLst xmlns:a="http://schemas.openxmlformats.org/drawingml/2006/main">
              <a:ext uri="{FF2B5EF4-FFF2-40B4-BE49-F238E27FC236}">
                <a16:creationId xmlns:a16="http://schemas.microsoft.com/office/drawing/2014/main" id="{BEB29943-4DFB-4460-9397-38BD4698A2DC}"/>
              </a:ext>
            </a:extLst>
          </p:cNvPr>
          <p:cNvSpPr>
            <a:spLocks xmlns:a="http://schemas.openxmlformats.org/drawingml/2006/main" noGrp="1"/>
          </p:cNvSpPr>
          <p:nvPr/>
        </p:nvSpPr>
        <p:spPr>
          <a:xfrm xmlns:a="http://schemas.openxmlformats.org/drawingml/2006/main">
            <a:off x="7191375" y="22955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i="0">
                <a:solidFill>
                  <a:srgbClr val="13231B"/>
                </a:solidFill>
              </a:defRPr>
            </a:defPPr>
            <a:lvl1pPr algn="l">
              <a:defRPr sz="1575" b="1" i="0">
                <a:solidFill>
                  <a:srgbClr val="13231B"/>
                </a:solidFill>
              </a:defRPr>
            </a:lvl1pPr>
            <a:lvl2pPr algn="l">
              <a:defRPr sz="1575" b="1" i="0">
                <a:solidFill>
                  <a:srgbClr val="13231B"/>
                </a:solidFill>
              </a:defRPr>
            </a:lvl2pPr>
            <a:lvl3pPr algn="l">
              <a:defRPr sz="1575" b="1" i="0">
                <a:solidFill>
                  <a:srgbClr val="13231B"/>
                </a:solidFill>
              </a:defRPr>
            </a:lvl3pPr>
            <a:lvl4pPr algn="l">
              <a:defRPr sz="1575" b="1" i="0">
                <a:solidFill>
                  <a:srgbClr val="13231B"/>
                </a:solidFill>
              </a:defRPr>
            </a:lvl4pPr>
            <a:lvl5pPr algn="l">
              <a:defRPr sz="1575" b="1" i="0">
                <a:solidFill>
                  <a:srgbClr val="13231B"/>
                </a:solidFill>
              </a:defRPr>
            </a:lvl5pPr>
            <a:lvl6pPr algn="l">
              <a:defRPr sz="1575" b="1" i="0">
                <a:solidFill>
                  <a:srgbClr val="13231B"/>
                </a:solidFill>
              </a:defRPr>
            </a:lvl6pPr>
            <a:lvl7pPr algn="l">
              <a:defRPr sz="1575" b="1" i="0">
                <a:solidFill>
                  <a:srgbClr val="13231B"/>
                </a:solidFill>
              </a:defRPr>
            </a:lvl7pPr>
            <a:lvl8pPr algn="l">
              <a:defRPr sz="1575" b="1" i="0">
                <a:solidFill>
                  <a:srgbClr val="13231B"/>
                </a:solidFill>
              </a:defRPr>
            </a:lvl8pPr>
            <a:lvl9pPr algn="l">
              <a:defRPr sz="1575" b="1" i="0">
                <a:solidFill>
                  <a:srgbClr val="13231B"/>
                </a:solidFill>
              </a:defRPr>
            </a:lvl9pPr>
          </a:lstStyle>
          <a:p xmlns:a="http://schemas.openxmlformats.org/drawingml/2006/main">
            <a:pPr algn="l">
              <a:defRPr sz="1575" b="1" i="0">
                <a:solidFill>
                  <a:srgbClr val="13231B"/>
                </a:solidFill>
              </a:defRPr>
            </a:pPr>
            <a:r>
              <a:rPr sz="1575" b="1" i="0">
                <a:solidFill>
                  <a:srgbClr val="13231B"/>
                </a:solidFill>
              </a:rPr>
              <a:t>Capture clean events</a:t>
            </a:r>
          </a:p>
        </p:txBody>
      </p:sp>
      <p:sp>
        <p:nvSpPr>
          <p:cNvPr id="13" name="">
            <a:extLst xmlns:a="http://schemas.openxmlformats.org/drawingml/2006/main">
              <a:ext uri="{FF2B5EF4-FFF2-40B4-BE49-F238E27FC236}">
                <a16:creationId xmlns:a16="http://schemas.microsoft.com/office/drawing/2014/main" id="{62EF391C-78B5-452A-938F-1215C4C4141C}"/>
              </a:ext>
            </a:extLst>
          </p:cNvPr>
          <p:cNvSpPr>
            <a:spLocks xmlns:a="http://schemas.openxmlformats.org/drawingml/2006/main" noGrp="1"/>
          </p:cNvSpPr>
          <p:nvPr/>
        </p:nvSpPr>
        <p:spPr>
          <a:xfrm xmlns:a="http://schemas.openxmlformats.org/drawingml/2006/main">
            <a:off x="7191375" y="261937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i="0">
                <a:solidFill>
                  <a:srgbClr val="758078"/>
                </a:solidFill>
              </a:defRPr>
            </a:defPPr>
            <a:lvl1pPr algn="l">
              <a:defRPr sz="1200" b="0" i="0">
                <a:solidFill>
                  <a:srgbClr val="758078"/>
                </a:solidFill>
              </a:defRPr>
            </a:lvl1pPr>
            <a:lvl2pPr algn="l">
              <a:defRPr sz="1200" b="0" i="0">
                <a:solidFill>
                  <a:srgbClr val="758078"/>
                </a:solidFill>
              </a:defRPr>
            </a:lvl2pPr>
            <a:lvl3pPr algn="l">
              <a:defRPr sz="1200" b="0" i="0">
                <a:solidFill>
                  <a:srgbClr val="758078"/>
                </a:solidFill>
              </a:defRPr>
            </a:lvl3pPr>
            <a:lvl4pPr algn="l">
              <a:defRPr sz="1200" b="0" i="0">
                <a:solidFill>
                  <a:srgbClr val="758078"/>
                </a:solidFill>
              </a:defRPr>
            </a:lvl4pPr>
            <a:lvl5pPr algn="l">
              <a:defRPr sz="1200" b="0" i="0">
                <a:solidFill>
                  <a:srgbClr val="758078"/>
                </a:solidFill>
              </a:defRPr>
            </a:lvl5pPr>
            <a:lvl6pPr algn="l">
              <a:defRPr sz="1200" b="0" i="0">
                <a:solidFill>
                  <a:srgbClr val="758078"/>
                </a:solidFill>
              </a:defRPr>
            </a:lvl6pPr>
            <a:lvl7pPr algn="l">
              <a:defRPr sz="1200" b="0" i="0">
                <a:solidFill>
                  <a:srgbClr val="758078"/>
                </a:solidFill>
              </a:defRPr>
            </a:lvl7pPr>
            <a:lvl8pPr algn="l">
              <a:defRPr sz="1200" b="0" i="0">
                <a:solidFill>
                  <a:srgbClr val="758078"/>
                </a:solidFill>
              </a:defRPr>
            </a:lvl8pPr>
            <a:lvl9pPr algn="l">
              <a:defRPr sz="1200" b="0" i="0">
                <a:solidFill>
                  <a:srgbClr val="758078"/>
                </a:solidFill>
              </a:defRPr>
            </a:lvl9pPr>
          </a:lstStyle>
          <a:p xmlns:a="http://schemas.openxmlformats.org/drawingml/2006/main">
            <a:pPr algn="l">
              <a:defRPr sz="1200" b="0" i="0">
                <a:solidFill>
                  <a:srgbClr val="758078"/>
                </a:solidFill>
              </a:defRPr>
            </a:pPr>
            <a:r>
              <a:rPr sz="1200" b="0" i="0">
                <a:solidFill>
                  <a:srgbClr val="758078"/>
                </a:solidFill>
              </a:rPr>
              <a:t>Demand, estimate, confirmation, dispatch, receipt</a:t>
            </a:r>
          </a:p>
        </p:txBody>
      </p:sp>
      <p:sp>
        <p:nvSpPr>
          <p:cNvPr id="14" name="">
            <a:extLst xmlns:a="http://schemas.openxmlformats.org/drawingml/2006/main">
              <a:ext uri="{FF2B5EF4-FFF2-40B4-BE49-F238E27FC236}">
                <a16:creationId xmlns:a16="http://schemas.microsoft.com/office/drawing/2014/main" id="{F831397F-DF8E-473F-801C-0B8A354AD996}"/>
              </a:ext>
            </a:extLst>
          </p:cNvPr>
          <p:cNvSpPr>
            <a:spLocks xmlns:a="http://schemas.openxmlformats.org/drawingml/2006/main" noGrp="1"/>
          </p:cNvSpPr>
          <p:nvPr/>
        </p:nvSpPr>
        <p:spPr>
          <a:xfrm xmlns:a="http://schemas.openxmlformats.org/drawingml/2006/main">
            <a:off x="6667500" y="3076575"/>
            <a:ext cx="352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2</a:t>
            </a:r>
          </a:p>
        </p:txBody>
      </p:sp>
      <p:sp>
        <p:nvSpPr>
          <p:cNvPr id="15" name="">
            <a:extLst xmlns:a="http://schemas.openxmlformats.org/drawingml/2006/main">
              <a:ext uri="{FF2B5EF4-FFF2-40B4-BE49-F238E27FC236}">
                <a16:creationId xmlns:a16="http://schemas.microsoft.com/office/drawing/2014/main" id="{BDD59CA9-6041-4244-B08A-F30AABBBEB9E}"/>
              </a:ext>
            </a:extLst>
          </p:cNvPr>
          <p:cNvSpPr>
            <a:spLocks xmlns:a="http://schemas.openxmlformats.org/drawingml/2006/main" noGrp="1"/>
          </p:cNvSpPr>
          <p:nvPr/>
        </p:nvSpPr>
        <p:spPr>
          <a:xfrm xmlns:a="http://schemas.openxmlformats.org/drawingml/2006/main">
            <a:off x="7191375" y="30765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i="0">
                <a:solidFill>
                  <a:srgbClr val="13231B"/>
                </a:solidFill>
              </a:defRPr>
            </a:defPPr>
            <a:lvl1pPr algn="l">
              <a:defRPr sz="1575" b="1" i="0">
                <a:solidFill>
                  <a:srgbClr val="13231B"/>
                </a:solidFill>
              </a:defRPr>
            </a:lvl1pPr>
            <a:lvl2pPr algn="l">
              <a:defRPr sz="1575" b="1" i="0">
                <a:solidFill>
                  <a:srgbClr val="13231B"/>
                </a:solidFill>
              </a:defRPr>
            </a:lvl2pPr>
            <a:lvl3pPr algn="l">
              <a:defRPr sz="1575" b="1" i="0">
                <a:solidFill>
                  <a:srgbClr val="13231B"/>
                </a:solidFill>
              </a:defRPr>
            </a:lvl3pPr>
            <a:lvl4pPr algn="l">
              <a:defRPr sz="1575" b="1" i="0">
                <a:solidFill>
                  <a:srgbClr val="13231B"/>
                </a:solidFill>
              </a:defRPr>
            </a:lvl4pPr>
            <a:lvl5pPr algn="l">
              <a:defRPr sz="1575" b="1" i="0">
                <a:solidFill>
                  <a:srgbClr val="13231B"/>
                </a:solidFill>
              </a:defRPr>
            </a:lvl5pPr>
            <a:lvl6pPr algn="l">
              <a:defRPr sz="1575" b="1" i="0">
                <a:solidFill>
                  <a:srgbClr val="13231B"/>
                </a:solidFill>
              </a:defRPr>
            </a:lvl6pPr>
            <a:lvl7pPr algn="l">
              <a:defRPr sz="1575" b="1" i="0">
                <a:solidFill>
                  <a:srgbClr val="13231B"/>
                </a:solidFill>
              </a:defRPr>
            </a:lvl7pPr>
            <a:lvl8pPr algn="l">
              <a:defRPr sz="1575" b="1" i="0">
                <a:solidFill>
                  <a:srgbClr val="13231B"/>
                </a:solidFill>
              </a:defRPr>
            </a:lvl8pPr>
            <a:lvl9pPr algn="l">
              <a:defRPr sz="1575" b="1" i="0">
                <a:solidFill>
                  <a:srgbClr val="13231B"/>
                </a:solidFill>
              </a:defRPr>
            </a:lvl9pPr>
          </a:lstStyle>
          <a:p xmlns:a="http://schemas.openxmlformats.org/drawingml/2006/main">
            <a:pPr algn="l">
              <a:defRPr sz="1575" b="1" i="0">
                <a:solidFill>
                  <a:srgbClr val="13231B"/>
                </a:solidFill>
              </a:defRPr>
            </a:pPr>
            <a:r>
              <a:rPr sz="1575" b="1" i="0">
                <a:solidFill>
                  <a:srgbClr val="13231B"/>
                </a:solidFill>
              </a:rPr>
              <a:t>Start with rules</a:t>
            </a:r>
          </a:p>
        </p:txBody>
      </p:sp>
      <p:sp>
        <p:nvSpPr>
          <p:cNvPr id="16" name="">
            <a:extLst xmlns:a="http://schemas.openxmlformats.org/drawingml/2006/main">
              <a:ext uri="{FF2B5EF4-FFF2-40B4-BE49-F238E27FC236}">
                <a16:creationId xmlns:a16="http://schemas.microsoft.com/office/drawing/2014/main" id="{A9C3D0E6-80E9-4EB1-8BD2-E68C54D408E2}"/>
              </a:ext>
            </a:extLst>
          </p:cNvPr>
          <p:cNvSpPr>
            <a:spLocks xmlns:a="http://schemas.openxmlformats.org/drawingml/2006/main" noGrp="1"/>
          </p:cNvSpPr>
          <p:nvPr/>
        </p:nvSpPr>
        <p:spPr>
          <a:xfrm xmlns:a="http://schemas.openxmlformats.org/drawingml/2006/main">
            <a:off x="7191375" y="34004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i="0">
                <a:solidFill>
                  <a:srgbClr val="758078"/>
                </a:solidFill>
              </a:defRPr>
            </a:defPPr>
            <a:lvl1pPr algn="l">
              <a:defRPr sz="1200" b="0" i="0">
                <a:solidFill>
                  <a:srgbClr val="758078"/>
                </a:solidFill>
              </a:defRPr>
            </a:lvl1pPr>
            <a:lvl2pPr algn="l">
              <a:defRPr sz="1200" b="0" i="0">
                <a:solidFill>
                  <a:srgbClr val="758078"/>
                </a:solidFill>
              </a:defRPr>
            </a:lvl2pPr>
            <a:lvl3pPr algn="l">
              <a:defRPr sz="1200" b="0" i="0">
                <a:solidFill>
                  <a:srgbClr val="758078"/>
                </a:solidFill>
              </a:defRPr>
            </a:lvl3pPr>
            <a:lvl4pPr algn="l">
              <a:defRPr sz="1200" b="0" i="0">
                <a:solidFill>
                  <a:srgbClr val="758078"/>
                </a:solidFill>
              </a:defRPr>
            </a:lvl4pPr>
            <a:lvl5pPr algn="l">
              <a:defRPr sz="1200" b="0" i="0">
                <a:solidFill>
                  <a:srgbClr val="758078"/>
                </a:solidFill>
              </a:defRPr>
            </a:lvl5pPr>
            <a:lvl6pPr algn="l">
              <a:defRPr sz="1200" b="0" i="0">
                <a:solidFill>
                  <a:srgbClr val="758078"/>
                </a:solidFill>
              </a:defRPr>
            </a:lvl6pPr>
            <a:lvl7pPr algn="l">
              <a:defRPr sz="1200" b="0" i="0">
                <a:solidFill>
                  <a:srgbClr val="758078"/>
                </a:solidFill>
              </a:defRPr>
            </a:lvl7pPr>
            <a:lvl8pPr algn="l">
              <a:defRPr sz="1200" b="0" i="0">
                <a:solidFill>
                  <a:srgbClr val="758078"/>
                </a:solidFill>
              </a:defRPr>
            </a:lvl8pPr>
            <a:lvl9pPr algn="l">
              <a:defRPr sz="1200" b="0" i="0">
                <a:solidFill>
                  <a:srgbClr val="758078"/>
                </a:solidFill>
              </a:defRPr>
            </a:lvl9pPr>
          </a:lstStyle>
          <a:p xmlns:a="http://schemas.openxmlformats.org/drawingml/2006/main">
            <a:pPr algn="l">
              <a:defRPr sz="1200" b="0" i="0">
                <a:solidFill>
                  <a:srgbClr val="758078"/>
                </a:solidFill>
              </a:defRPr>
            </a:pPr>
            <a:r>
              <a:rPr sz="1200" b="0" i="0">
                <a:solidFill>
                  <a:srgbClr val="758078"/>
                </a:solidFill>
              </a:rPr>
              <a:t>Compare committed volume and dates with demand</a:t>
            </a:r>
          </a:p>
        </p:txBody>
      </p:sp>
      <p:sp>
        <p:nvSpPr>
          <p:cNvPr id="17" name="">
            <a:extLst xmlns:a="http://schemas.openxmlformats.org/drawingml/2006/main">
              <a:ext uri="{FF2B5EF4-FFF2-40B4-BE49-F238E27FC236}">
                <a16:creationId xmlns:a16="http://schemas.microsoft.com/office/drawing/2014/main" id="{80B47509-5585-4C29-83CD-9663BFBBAE14}"/>
              </a:ext>
            </a:extLst>
          </p:cNvPr>
          <p:cNvSpPr>
            <a:spLocks xmlns:a="http://schemas.openxmlformats.org/drawingml/2006/main" noGrp="1"/>
          </p:cNvSpPr>
          <p:nvPr/>
        </p:nvSpPr>
        <p:spPr>
          <a:xfrm xmlns:a="http://schemas.openxmlformats.org/drawingml/2006/main">
            <a:off x="6667500" y="3857625"/>
            <a:ext cx="352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3</a:t>
            </a:r>
          </a:p>
        </p:txBody>
      </p:sp>
      <p:sp>
        <p:nvSpPr>
          <p:cNvPr id="18" name="">
            <a:extLst xmlns:a="http://schemas.openxmlformats.org/drawingml/2006/main">
              <a:ext uri="{FF2B5EF4-FFF2-40B4-BE49-F238E27FC236}">
                <a16:creationId xmlns:a16="http://schemas.microsoft.com/office/drawing/2014/main" id="{2310BD86-B43D-4B2E-A202-CAE6EE7029F2}"/>
              </a:ext>
            </a:extLst>
          </p:cNvPr>
          <p:cNvSpPr>
            <a:spLocks xmlns:a="http://schemas.openxmlformats.org/drawingml/2006/main" noGrp="1"/>
          </p:cNvSpPr>
          <p:nvPr/>
        </p:nvSpPr>
        <p:spPr>
          <a:xfrm xmlns:a="http://schemas.openxmlformats.org/drawingml/2006/main">
            <a:off x="7191375" y="3857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i="0">
                <a:solidFill>
                  <a:srgbClr val="13231B"/>
                </a:solidFill>
              </a:defRPr>
            </a:defPPr>
            <a:lvl1pPr algn="l">
              <a:defRPr sz="1575" b="1" i="0">
                <a:solidFill>
                  <a:srgbClr val="13231B"/>
                </a:solidFill>
              </a:defRPr>
            </a:lvl1pPr>
            <a:lvl2pPr algn="l">
              <a:defRPr sz="1575" b="1" i="0">
                <a:solidFill>
                  <a:srgbClr val="13231B"/>
                </a:solidFill>
              </a:defRPr>
            </a:lvl2pPr>
            <a:lvl3pPr algn="l">
              <a:defRPr sz="1575" b="1" i="0">
                <a:solidFill>
                  <a:srgbClr val="13231B"/>
                </a:solidFill>
              </a:defRPr>
            </a:lvl3pPr>
            <a:lvl4pPr algn="l">
              <a:defRPr sz="1575" b="1" i="0">
                <a:solidFill>
                  <a:srgbClr val="13231B"/>
                </a:solidFill>
              </a:defRPr>
            </a:lvl4pPr>
            <a:lvl5pPr algn="l">
              <a:defRPr sz="1575" b="1" i="0">
                <a:solidFill>
                  <a:srgbClr val="13231B"/>
                </a:solidFill>
              </a:defRPr>
            </a:lvl5pPr>
            <a:lvl6pPr algn="l">
              <a:defRPr sz="1575" b="1" i="0">
                <a:solidFill>
                  <a:srgbClr val="13231B"/>
                </a:solidFill>
              </a:defRPr>
            </a:lvl6pPr>
            <a:lvl7pPr algn="l">
              <a:defRPr sz="1575" b="1" i="0">
                <a:solidFill>
                  <a:srgbClr val="13231B"/>
                </a:solidFill>
              </a:defRPr>
            </a:lvl7pPr>
            <a:lvl8pPr algn="l">
              <a:defRPr sz="1575" b="1" i="0">
                <a:solidFill>
                  <a:srgbClr val="13231B"/>
                </a:solidFill>
              </a:defRPr>
            </a:lvl8pPr>
            <a:lvl9pPr algn="l">
              <a:defRPr sz="1575" b="1" i="0">
                <a:solidFill>
                  <a:srgbClr val="13231B"/>
                </a:solidFill>
              </a:defRPr>
            </a:lvl9pPr>
          </a:lstStyle>
          <a:p xmlns:a="http://schemas.openxmlformats.org/drawingml/2006/main">
            <a:pPr algn="l">
              <a:defRPr sz="1575" b="1" i="0">
                <a:solidFill>
                  <a:srgbClr val="13231B"/>
                </a:solidFill>
              </a:defRPr>
            </a:pPr>
            <a:r>
              <a:rPr sz="1575" b="1" i="0">
                <a:solidFill>
                  <a:srgbClr val="13231B"/>
                </a:solidFill>
              </a:rPr>
              <a:t>Validate against outcomes</a:t>
            </a:r>
          </a:p>
        </p:txBody>
      </p:sp>
      <p:sp>
        <p:nvSpPr>
          <p:cNvPr id="19" name="">
            <a:extLst xmlns:a="http://schemas.openxmlformats.org/drawingml/2006/main">
              <a:ext uri="{FF2B5EF4-FFF2-40B4-BE49-F238E27FC236}">
                <a16:creationId xmlns:a16="http://schemas.microsoft.com/office/drawing/2014/main" id="{9A622B3B-A350-4E6E-AFFF-B123C5FA8DC0}"/>
              </a:ext>
            </a:extLst>
          </p:cNvPr>
          <p:cNvSpPr>
            <a:spLocks xmlns:a="http://schemas.openxmlformats.org/drawingml/2006/main" noGrp="1"/>
          </p:cNvSpPr>
          <p:nvPr/>
        </p:nvSpPr>
        <p:spPr>
          <a:xfrm xmlns:a="http://schemas.openxmlformats.org/drawingml/2006/main">
            <a:off x="7191375" y="418147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i="0">
                <a:solidFill>
                  <a:srgbClr val="758078"/>
                </a:solidFill>
              </a:defRPr>
            </a:defPPr>
            <a:lvl1pPr algn="l">
              <a:defRPr sz="1200" b="0" i="0">
                <a:solidFill>
                  <a:srgbClr val="758078"/>
                </a:solidFill>
              </a:defRPr>
            </a:lvl1pPr>
            <a:lvl2pPr algn="l">
              <a:defRPr sz="1200" b="0" i="0">
                <a:solidFill>
                  <a:srgbClr val="758078"/>
                </a:solidFill>
              </a:defRPr>
            </a:lvl2pPr>
            <a:lvl3pPr algn="l">
              <a:defRPr sz="1200" b="0" i="0">
                <a:solidFill>
                  <a:srgbClr val="758078"/>
                </a:solidFill>
              </a:defRPr>
            </a:lvl3pPr>
            <a:lvl4pPr algn="l">
              <a:defRPr sz="1200" b="0" i="0">
                <a:solidFill>
                  <a:srgbClr val="758078"/>
                </a:solidFill>
              </a:defRPr>
            </a:lvl4pPr>
            <a:lvl5pPr algn="l">
              <a:defRPr sz="1200" b="0" i="0">
                <a:solidFill>
                  <a:srgbClr val="758078"/>
                </a:solidFill>
              </a:defRPr>
            </a:lvl5pPr>
            <a:lvl6pPr algn="l">
              <a:defRPr sz="1200" b="0" i="0">
                <a:solidFill>
                  <a:srgbClr val="758078"/>
                </a:solidFill>
              </a:defRPr>
            </a:lvl6pPr>
            <a:lvl7pPr algn="l">
              <a:defRPr sz="1200" b="0" i="0">
                <a:solidFill>
                  <a:srgbClr val="758078"/>
                </a:solidFill>
              </a:defRPr>
            </a:lvl7pPr>
            <a:lvl8pPr algn="l">
              <a:defRPr sz="1200" b="0" i="0">
                <a:solidFill>
                  <a:srgbClr val="758078"/>
                </a:solidFill>
              </a:defRPr>
            </a:lvl8pPr>
            <a:lvl9pPr algn="l">
              <a:defRPr sz="1200" b="0" i="0">
                <a:solidFill>
                  <a:srgbClr val="758078"/>
                </a:solidFill>
              </a:defRPr>
            </a:lvl9pPr>
          </a:lstStyle>
          <a:p xmlns:a="http://schemas.openxmlformats.org/drawingml/2006/main">
            <a:pPr algn="l">
              <a:defRPr sz="1200" b="0" i="0">
                <a:solidFill>
                  <a:srgbClr val="758078"/>
                </a:solidFill>
              </a:defRPr>
            </a:pPr>
            <a:r>
              <a:rPr sz="1200" b="0" i="0">
                <a:solidFill>
                  <a:srgbClr val="758078"/>
                </a:solidFill>
              </a:rPr>
              <a:t>Measure missed, late and short deliveries</a:t>
            </a:r>
          </a:p>
        </p:txBody>
      </p:sp>
      <p:sp>
        <p:nvSpPr>
          <p:cNvPr id="20" name="">
            <a:extLst xmlns:a="http://schemas.openxmlformats.org/drawingml/2006/main">
              <a:ext uri="{FF2B5EF4-FFF2-40B4-BE49-F238E27FC236}">
                <a16:creationId xmlns:a16="http://schemas.microsoft.com/office/drawing/2014/main" id="{3EB2ACAA-3914-4A59-B96A-435F4464D511}"/>
              </a:ext>
            </a:extLst>
          </p:cNvPr>
          <p:cNvSpPr>
            <a:spLocks xmlns:a="http://schemas.openxmlformats.org/drawingml/2006/main" noGrp="1"/>
          </p:cNvSpPr>
          <p:nvPr/>
        </p:nvSpPr>
        <p:spPr>
          <a:xfrm xmlns:a="http://schemas.openxmlformats.org/drawingml/2006/main">
            <a:off x="6667500" y="4638675"/>
            <a:ext cx="352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1" i="0">
                <a:solidFill>
                  <a:srgbClr val="D9784C"/>
                </a:solidFill>
              </a:defRPr>
            </a:defPPr>
            <a:lvl1pPr algn="l">
              <a:defRPr sz="1350" b="1" i="0">
                <a:solidFill>
                  <a:srgbClr val="D9784C"/>
                </a:solidFill>
              </a:defRPr>
            </a:lvl1pPr>
            <a:lvl2pPr algn="l">
              <a:defRPr sz="1350" b="1" i="0">
                <a:solidFill>
                  <a:srgbClr val="D9784C"/>
                </a:solidFill>
              </a:defRPr>
            </a:lvl2pPr>
            <a:lvl3pPr algn="l">
              <a:defRPr sz="1350" b="1" i="0">
                <a:solidFill>
                  <a:srgbClr val="D9784C"/>
                </a:solidFill>
              </a:defRPr>
            </a:lvl3pPr>
            <a:lvl4pPr algn="l">
              <a:defRPr sz="1350" b="1" i="0">
                <a:solidFill>
                  <a:srgbClr val="D9784C"/>
                </a:solidFill>
              </a:defRPr>
            </a:lvl4pPr>
            <a:lvl5pPr algn="l">
              <a:defRPr sz="1350" b="1" i="0">
                <a:solidFill>
                  <a:srgbClr val="D9784C"/>
                </a:solidFill>
              </a:defRPr>
            </a:lvl5pPr>
            <a:lvl6pPr algn="l">
              <a:defRPr sz="1350" b="1" i="0">
                <a:solidFill>
                  <a:srgbClr val="D9784C"/>
                </a:solidFill>
              </a:defRPr>
            </a:lvl6pPr>
            <a:lvl7pPr algn="l">
              <a:defRPr sz="1350" b="1" i="0">
                <a:solidFill>
                  <a:srgbClr val="D9784C"/>
                </a:solidFill>
              </a:defRPr>
            </a:lvl7pPr>
            <a:lvl8pPr algn="l">
              <a:defRPr sz="1350" b="1" i="0">
                <a:solidFill>
                  <a:srgbClr val="D9784C"/>
                </a:solidFill>
              </a:defRPr>
            </a:lvl8pPr>
            <a:lvl9pPr algn="l">
              <a:defRPr sz="1350" b="1" i="0">
                <a:solidFill>
                  <a:srgbClr val="D9784C"/>
                </a:solidFill>
              </a:defRPr>
            </a:lvl9pPr>
          </a:lstStyle>
          <a:p xmlns:a="http://schemas.openxmlformats.org/drawingml/2006/main">
            <a:pPr algn="l">
              <a:defRPr sz="1350" b="1" i="0">
                <a:solidFill>
                  <a:srgbClr val="D9784C"/>
                </a:solidFill>
              </a:defRPr>
            </a:pPr>
            <a:r>
              <a:rPr sz="1350" b="1" i="0">
                <a:solidFill>
                  <a:srgbClr val="D9784C"/>
                </a:solidFill>
              </a:rPr>
              <a:t>4</a:t>
            </a:r>
          </a:p>
        </p:txBody>
      </p:sp>
      <p:sp>
        <p:nvSpPr>
          <p:cNvPr id="21" name="">
            <a:extLst xmlns:a="http://schemas.openxmlformats.org/drawingml/2006/main">
              <a:ext uri="{FF2B5EF4-FFF2-40B4-BE49-F238E27FC236}">
                <a16:creationId xmlns:a16="http://schemas.microsoft.com/office/drawing/2014/main" id="{8138F49E-4440-425B-B5A5-34986DA548A2}"/>
              </a:ext>
            </a:extLst>
          </p:cNvPr>
          <p:cNvSpPr>
            <a:spLocks xmlns:a="http://schemas.openxmlformats.org/drawingml/2006/main" noGrp="1"/>
          </p:cNvSpPr>
          <p:nvPr/>
        </p:nvSpPr>
        <p:spPr>
          <a:xfrm xmlns:a="http://schemas.openxmlformats.org/drawingml/2006/main">
            <a:off x="7191375" y="46386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i="0">
                <a:solidFill>
                  <a:srgbClr val="13231B"/>
                </a:solidFill>
              </a:defRPr>
            </a:defPPr>
            <a:lvl1pPr algn="l">
              <a:defRPr sz="1575" b="1" i="0">
                <a:solidFill>
                  <a:srgbClr val="13231B"/>
                </a:solidFill>
              </a:defRPr>
            </a:lvl1pPr>
            <a:lvl2pPr algn="l">
              <a:defRPr sz="1575" b="1" i="0">
                <a:solidFill>
                  <a:srgbClr val="13231B"/>
                </a:solidFill>
              </a:defRPr>
            </a:lvl2pPr>
            <a:lvl3pPr algn="l">
              <a:defRPr sz="1575" b="1" i="0">
                <a:solidFill>
                  <a:srgbClr val="13231B"/>
                </a:solidFill>
              </a:defRPr>
            </a:lvl3pPr>
            <a:lvl4pPr algn="l">
              <a:defRPr sz="1575" b="1" i="0">
                <a:solidFill>
                  <a:srgbClr val="13231B"/>
                </a:solidFill>
              </a:defRPr>
            </a:lvl4pPr>
            <a:lvl5pPr algn="l">
              <a:defRPr sz="1575" b="1" i="0">
                <a:solidFill>
                  <a:srgbClr val="13231B"/>
                </a:solidFill>
              </a:defRPr>
            </a:lvl5pPr>
            <a:lvl6pPr algn="l">
              <a:defRPr sz="1575" b="1" i="0">
                <a:solidFill>
                  <a:srgbClr val="13231B"/>
                </a:solidFill>
              </a:defRPr>
            </a:lvl6pPr>
            <a:lvl7pPr algn="l">
              <a:defRPr sz="1575" b="1" i="0">
                <a:solidFill>
                  <a:srgbClr val="13231B"/>
                </a:solidFill>
              </a:defRPr>
            </a:lvl7pPr>
            <a:lvl8pPr algn="l">
              <a:defRPr sz="1575" b="1" i="0">
                <a:solidFill>
                  <a:srgbClr val="13231B"/>
                </a:solidFill>
              </a:defRPr>
            </a:lvl8pPr>
            <a:lvl9pPr algn="l">
              <a:defRPr sz="1575" b="1" i="0">
                <a:solidFill>
                  <a:srgbClr val="13231B"/>
                </a:solidFill>
              </a:defRPr>
            </a:lvl9pPr>
          </a:lstStyle>
          <a:p xmlns:a="http://schemas.openxmlformats.org/drawingml/2006/main">
            <a:pPr algn="l">
              <a:defRPr sz="1575" b="1" i="0">
                <a:solidFill>
                  <a:srgbClr val="13231B"/>
                </a:solidFill>
              </a:defRPr>
            </a:pPr>
            <a:r>
              <a:rPr sz="1575" b="1" i="0">
                <a:solidFill>
                  <a:srgbClr val="13231B"/>
                </a:solidFill>
              </a:rPr>
              <a:t>Train only when justified</a:t>
            </a:r>
          </a:p>
        </p:txBody>
      </p:sp>
      <p:sp>
        <p:nvSpPr>
          <p:cNvPr id="22" name="">
            <a:extLst xmlns:a="http://schemas.openxmlformats.org/drawingml/2006/main">
              <a:ext uri="{FF2B5EF4-FFF2-40B4-BE49-F238E27FC236}">
                <a16:creationId xmlns:a16="http://schemas.microsoft.com/office/drawing/2014/main" id="{75B7B756-05F5-49B6-A347-741CF32EEC45}"/>
              </a:ext>
            </a:extLst>
          </p:cNvPr>
          <p:cNvSpPr>
            <a:spLocks xmlns:a="http://schemas.openxmlformats.org/drawingml/2006/main" noGrp="1"/>
          </p:cNvSpPr>
          <p:nvPr/>
        </p:nvSpPr>
        <p:spPr>
          <a:xfrm xmlns:a="http://schemas.openxmlformats.org/drawingml/2006/main">
            <a:off x="7191375" y="49625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i="0">
                <a:solidFill>
                  <a:srgbClr val="758078"/>
                </a:solidFill>
              </a:defRPr>
            </a:defPPr>
            <a:lvl1pPr algn="l">
              <a:defRPr sz="1200" b="0" i="0">
                <a:solidFill>
                  <a:srgbClr val="758078"/>
                </a:solidFill>
              </a:defRPr>
            </a:lvl1pPr>
            <a:lvl2pPr algn="l">
              <a:defRPr sz="1200" b="0" i="0">
                <a:solidFill>
                  <a:srgbClr val="758078"/>
                </a:solidFill>
              </a:defRPr>
            </a:lvl2pPr>
            <a:lvl3pPr algn="l">
              <a:defRPr sz="1200" b="0" i="0">
                <a:solidFill>
                  <a:srgbClr val="758078"/>
                </a:solidFill>
              </a:defRPr>
            </a:lvl3pPr>
            <a:lvl4pPr algn="l">
              <a:defRPr sz="1200" b="0" i="0">
                <a:solidFill>
                  <a:srgbClr val="758078"/>
                </a:solidFill>
              </a:defRPr>
            </a:lvl4pPr>
            <a:lvl5pPr algn="l">
              <a:defRPr sz="1200" b="0" i="0">
                <a:solidFill>
                  <a:srgbClr val="758078"/>
                </a:solidFill>
              </a:defRPr>
            </a:lvl5pPr>
            <a:lvl6pPr algn="l">
              <a:defRPr sz="1200" b="0" i="0">
                <a:solidFill>
                  <a:srgbClr val="758078"/>
                </a:solidFill>
              </a:defRPr>
            </a:lvl6pPr>
            <a:lvl7pPr algn="l">
              <a:defRPr sz="1200" b="0" i="0">
                <a:solidFill>
                  <a:srgbClr val="758078"/>
                </a:solidFill>
              </a:defRPr>
            </a:lvl7pPr>
            <a:lvl8pPr algn="l">
              <a:defRPr sz="1200" b="0" i="0">
                <a:solidFill>
                  <a:srgbClr val="758078"/>
                </a:solidFill>
              </a:defRPr>
            </a:lvl8pPr>
            <a:lvl9pPr algn="l">
              <a:defRPr sz="1200" b="0" i="0">
                <a:solidFill>
                  <a:srgbClr val="758078"/>
                </a:solidFill>
              </a:defRPr>
            </a:lvl9pPr>
          </a:lstStyle>
          <a:p xmlns:a="http://schemas.openxmlformats.org/drawingml/2006/main">
            <a:pPr algn="l">
              <a:defRPr sz="1200" b="0" i="0">
                <a:solidFill>
                  <a:srgbClr val="758078"/>
                </a:solidFill>
              </a:defRPr>
            </a:pPr>
            <a:r>
              <a:rPr sz="1200" b="0" i="0">
                <a:solidFill>
                  <a:srgbClr val="758078"/>
                </a:solidFill>
              </a:rPr>
              <a:t>Estimate fill and shortage risk; show reasons</a:t>
            </a:r>
          </a:p>
        </p:txBody>
      </p:sp>
      <p:sp>
        <p:nvSpPr>
          <p:cNvPr id="23" name="">
            <a:extLst xmlns:a="http://schemas.openxmlformats.org/drawingml/2006/main">
              <a:ext uri="{FF2B5EF4-FFF2-40B4-BE49-F238E27FC236}">
                <a16:creationId xmlns:a16="http://schemas.microsoft.com/office/drawing/2014/main" id="{C87CAE01-452C-494B-9650-73F0994E7A66}"/>
              </a:ext>
            </a:extLst>
          </p:cNvPr>
          <p:cNvSpPr>
            <a:spLocks xmlns:a="http://schemas.openxmlformats.org/drawingml/2006/main" noGrp="1"/>
          </p:cNvSpPr>
          <p:nvPr/>
        </p:nvSpPr>
        <p:spPr>
          <a:xfrm xmlns:a="http://schemas.openxmlformats.org/drawingml/2006/main">
            <a:off x="723900" y="48387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i="0">
                <a:solidFill>
                  <a:srgbClr val="163E2D"/>
                </a:solidFill>
              </a:defRPr>
            </a:defPPr>
            <a:lvl1pPr algn="l">
              <a:defRPr sz="1650" b="1" i="0">
                <a:solidFill>
                  <a:srgbClr val="163E2D"/>
                </a:solidFill>
              </a:defRPr>
            </a:lvl1pPr>
            <a:lvl2pPr algn="l">
              <a:defRPr sz="1650" b="1" i="0">
                <a:solidFill>
                  <a:srgbClr val="163E2D"/>
                </a:solidFill>
              </a:defRPr>
            </a:lvl2pPr>
            <a:lvl3pPr algn="l">
              <a:defRPr sz="1650" b="1" i="0">
                <a:solidFill>
                  <a:srgbClr val="163E2D"/>
                </a:solidFill>
              </a:defRPr>
            </a:lvl3pPr>
            <a:lvl4pPr algn="l">
              <a:defRPr sz="1650" b="1" i="0">
                <a:solidFill>
                  <a:srgbClr val="163E2D"/>
                </a:solidFill>
              </a:defRPr>
            </a:lvl4pPr>
            <a:lvl5pPr algn="l">
              <a:defRPr sz="1650" b="1" i="0">
                <a:solidFill>
                  <a:srgbClr val="163E2D"/>
                </a:solidFill>
              </a:defRPr>
            </a:lvl5pPr>
            <a:lvl6pPr algn="l">
              <a:defRPr sz="1650" b="1" i="0">
                <a:solidFill>
                  <a:srgbClr val="163E2D"/>
                </a:solidFill>
              </a:defRPr>
            </a:lvl6pPr>
            <a:lvl7pPr algn="l">
              <a:defRPr sz="1650" b="1" i="0">
                <a:solidFill>
                  <a:srgbClr val="163E2D"/>
                </a:solidFill>
              </a:defRPr>
            </a:lvl7pPr>
            <a:lvl8pPr algn="l">
              <a:defRPr sz="1650" b="1" i="0">
                <a:solidFill>
                  <a:srgbClr val="163E2D"/>
                </a:solidFill>
              </a:defRPr>
            </a:lvl8pPr>
            <a:lvl9pPr algn="l">
              <a:defRPr sz="1650" b="1" i="0">
                <a:solidFill>
                  <a:srgbClr val="163E2D"/>
                </a:solidFill>
              </a:defRPr>
            </a:lvl9pPr>
          </a:lstStyle>
          <a:p xmlns:a="http://schemas.openxmlformats.org/drawingml/2006/main">
            <a:pPr algn="l">
              <a:defRPr sz="1650" b="1" i="0">
                <a:solidFill>
                  <a:srgbClr val="163E2D"/>
                </a:solidFill>
              </a:defRPr>
            </a:pPr>
            <a:r>
              <a:rPr sz="1650" b="1" i="0">
                <a:solidFill>
                  <a:srgbClr val="163E2D"/>
                </a:solidFill>
              </a:rPr>
              <a:t>Human review remains in the procurement decision.</a:t>
            </a:r>
          </a:p>
        </p:txBody>
      </p:sp>
      <p:sp>
        <p:nvSpPr>
          <p:cNvPr id="24" name="">
            <a:extLst xmlns:a="http://schemas.openxmlformats.org/drawingml/2006/main">
              <a:ext uri="{FF2B5EF4-FFF2-40B4-BE49-F238E27FC236}">
                <a16:creationId xmlns:a16="http://schemas.microsoft.com/office/drawing/2014/main" id="{08D88CE7-06DB-4F12-B947-371E2BE01C14}"/>
              </a:ext>
            </a:extLst>
          </p:cNvPr>
          <p:cNvSpPr>
            <a:spLocks xmlns:a="http://schemas.openxmlformats.org/drawingml/2006/main" noGrp="1"/>
          </p:cNvSpPr>
          <p:nvPr/>
        </p:nvSpPr>
        <p:spPr>
          <a:xfrm xmlns:a="http://schemas.openxmlformats.org/drawingml/2006/main">
            <a:off x="723900" y="53149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i="0">
                <a:solidFill>
                  <a:srgbClr val="758078"/>
                </a:solidFill>
              </a:defRPr>
            </a:defPPr>
            <a:lvl1pPr algn="l">
              <a:defRPr sz="1275" b="0" i="0">
                <a:solidFill>
                  <a:srgbClr val="758078"/>
                </a:solidFill>
              </a:defRPr>
            </a:lvl1pPr>
            <a:lvl2pPr algn="l">
              <a:defRPr sz="1275" b="0" i="0">
                <a:solidFill>
                  <a:srgbClr val="758078"/>
                </a:solidFill>
              </a:defRPr>
            </a:lvl2pPr>
            <a:lvl3pPr algn="l">
              <a:defRPr sz="1275" b="0" i="0">
                <a:solidFill>
                  <a:srgbClr val="758078"/>
                </a:solidFill>
              </a:defRPr>
            </a:lvl3pPr>
            <a:lvl4pPr algn="l">
              <a:defRPr sz="1275" b="0" i="0">
                <a:solidFill>
                  <a:srgbClr val="758078"/>
                </a:solidFill>
              </a:defRPr>
            </a:lvl4pPr>
            <a:lvl5pPr algn="l">
              <a:defRPr sz="1275" b="0" i="0">
                <a:solidFill>
                  <a:srgbClr val="758078"/>
                </a:solidFill>
              </a:defRPr>
            </a:lvl5pPr>
            <a:lvl6pPr algn="l">
              <a:defRPr sz="1275" b="0" i="0">
                <a:solidFill>
                  <a:srgbClr val="758078"/>
                </a:solidFill>
              </a:defRPr>
            </a:lvl6pPr>
            <a:lvl7pPr algn="l">
              <a:defRPr sz="1275" b="0" i="0">
                <a:solidFill>
                  <a:srgbClr val="758078"/>
                </a:solidFill>
              </a:defRPr>
            </a:lvl7pPr>
            <a:lvl8pPr algn="l">
              <a:defRPr sz="1275" b="0" i="0">
                <a:solidFill>
                  <a:srgbClr val="758078"/>
                </a:solidFill>
              </a:defRPr>
            </a:lvl8pPr>
            <a:lvl9pPr algn="l">
              <a:defRPr sz="1275" b="0" i="0">
                <a:solidFill>
                  <a:srgbClr val="758078"/>
                </a:solidFill>
              </a:defRPr>
            </a:lvl9pPr>
          </a:lstStyle>
          <a:p xmlns:a="http://schemas.openxmlformats.org/drawingml/2006/main">
            <a:pPr algn="l">
              <a:defRPr sz="1275" b="0" i="0">
                <a:solidFill>
                  <a:srgbClr val="758078"/>
                </a:solidFill>
              </a:defRPr>
            </a:pPr>
            <a:r>
              <a:rPr sz="1275" b="0" i="0">
                <a:solidFill>
                  <a:srgbClr val="758078"/>
                </a:solidFill>
              </a:rPr>
              <a:t>Risk flags are prompts to investigate, not guarantees.</a:t>
            </a:r>
          </a:p>
        </p:txBody>
      </p:sp>
    </p:spTree>
    <p:extLst>
      <p:ext uri="{BB962C8B-B14F-4D97-AF65-F5344CB8AC3E}">
        <p14:creationId xmlns:p14="http://schemas.microsoft.com/office/powerpoint/2010/main" val="9925239"/>
      </p:ext>
    </p:extLst>
  </p:cSld>
</p:sld>
</file>

<file path=ppt/slides/slide8.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4857388-650F-4664-8FAB-90C66057618A}"/>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07  /  ENTREPRENEURIAL POTENTIAL</a:t>
            </a:r>
          </a:p>
        </p:txBody>
      </p:sp>
      <p:sp>
        <p:nvSpPr>
          <p:cNvPr id="2" name="">
            <a:extLst xmlns:a="http://schemas.openxmlformats.org/drawingml/2006/main">
              <a:ext uri="{FF2B5EF4-FFF2-40B4-BE49-F238E27FC236}">
                <a16:creationId xmlns:a16="http://schemas.microsoft.com/office/drawing/2014/main" id="{F95F364A-0225-49DC-8200-675393CE2C75}"/>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Start with the buyer who pays for uncertainty</a:t>
            </a:r>
          </a:p>
        </p:txBody>
      </p:sp>
      <p:sp>
        <p:nvSpPr>
          <p:cNvPr id="3" name="">
            <a:extLst xmlns:a="http://schemas.openxmlformats.org/drawingml/2006/main">
              <a:ext uri="{FF2B5EF4-FFF2-40B4-BE49-F238E27FC236}">
                <a16:creationId xmlns:a16="http://schemas.microsoft.com/office/drawing/2014/main" id="{5B450BDF-D44D-4979-B236-0D55EA6783E8}"/>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7E8A59-1CD9-4868-9E89-CF7989332FF8}"/>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ED07848A-42B1-47EB-AF2D-5E5675F7A663}"/>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08</a:t>
            </a:r>
          </a:p>
        </p:txBody>
      </p:sp>
      <p:sp>
        <p:nvSpPr>
          <p:cNvPr id="6" name="">
            <a:extLst xmlns:a="http://schemas.openxmlformats.org/drawingml/2006/main">
              <a:ext uri="{FF2B5EF4-FFF2-40B4-BE49-F238E27FC236}">
                <a16:creationId xmlns:a16="http://schemas.microsoft.com/office/drawing/2014/main" id="{81207D46-CA74-4883-8B96-722F370DD7C9}"/>
              </a:ext>
            </a:extLst>
          </p:cNvPr>
          <p:cNvSpPr>
            <a:spLocks xmlns:a="http://schemas.openxmlformats.org/drawingml/2006/main" noGrp="1"/>
          </p:cNvSpPr>
          <p:nvPr/>
        </p:nvSpPr>
        <p:spPr>
          <a:xfrm xmlns:a="http://schemas.openxmlformats.org/drawingml/2006/main">
            <a:off x="723900" y="18097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BEACHHEAD CUSTOMER</a:t>
            </a:r>
          </a:p>
        </p:txBody>
      </p:sp>
      <p:sp>
        <p:nvSpPr>
          <p:cNvPr id="7" name="">
            <a:extLst xmlns:a="http://schemas.openxmlformats.org/drawingml/2006/main">
              <a:ext uri="{FF2B5EF4-FFF2-40B4-BE49-F238E27FC236}">
                <a16:creationId xmlns:a16="http://schemas.microsoft.com/office/drawing/2014/main" id="{E7DEA399-43BA-4E9B-9B07-F152C036CB45}"/>
              </a:ext>
            </a:extLst>
          </p:cNvPr>
          <p:cNvSpPr>
            <a:spLocks xmlns:a="http://schemas.openxmlformats.org/drawingml/2006/main" noGrp="1"/>
          </p:cNvSpPr>
          <p:nvPr/>
        </p:nvSpPr>
        <p:spPr>
          <a:xfrm xmlns:a="http://schemas.openxmlformats.org/drawingml/2006/main">
            <a:off x="723900" y="2209800"/>
            <a:ext cx="45243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i="0">
                <a:solidFill>
                  <a:srgbClr val="163E2D"/>
                </a:solidFill>
              </a:defRPr>
            </a:defPPr>
            <a:lvl1pPr algn="l">
              <a:defRPr sz="2250" b="1" i="0">
                <a:solidFill>
                  <a:srgbClr val="163E2D"/>
                </a:solidFill>
              </a:defRPr>
            </a:lvl1pPr>
            <a:lvl2pPr algn="l">
              <a:defRPr sz="2250" b="1" i="0">
                <a:solidFill>
                  <a:srgbClr val="163E2D"/>
                </a:solidFill>
              </a:defRPr>
            </a:lvl2pPr>
            <a:lvl3pPr algn="l">
              <a:defRPr sz="2250" b="1" i="0">
                <a:solidFill>
                  <a:srgbClr val="163E2D"/>
                </a:solidFill>
              </a:defRPr>
            </a:lvl3pPr>
            <a:lvl4pPr algn="l">
              <a:defRPr sz="2250" b="1" i="0">
                <a:solidFill>
                  <a:srgbClr val="163E2D"/>
                </a:solidFill>
              </a:defRPr>
            </a:lvl4pPr>
            <a:lvl5pPr algn="l">
              <a:defRPr sz="2250" b="1" i="0">
                <a:solidFill>
                  <a:srgbClr val="163E2D"/>
                </a:solidFill>
              </a:defRPr>
            </a:lvl5pPr>
            <a:lvl6pPr algn="l">
              <a:defRPr sz="2250" b="1" i="0">
                <a:solidFill>
                  <a:srgbClr val="163E2D"/>
                </a:solidFill>
              </a:defRPr>
            </a:lvl6pPr>
            <a:lvl7pPr algn="l">
              <a:defRPr sz="2250" b="1" i="0">
                <a:solidFill>
                  <a:srgbClr val="163E2D"/>
                </a:solidFill>
              </a:defRPr>
            </a:lvl7pPr>
            <a:lvl8pPr algn="l">
              <a:defRPr sz="2250" b="1" i="0">
                <a:solidFill>
                  <a:srgbClr val="163E2D"/>
                </a:solidFill>
              </a:defRPr>
            </a:lvl8pPr>
            <a:lvl9pPr algn="l">
              <a:defRPr sz="2250" b="1" i="0">
                <a:solidFill>
                  <a:srgbClr val="163E2D"/>
                </a:solidFill>
              </a:defRPr>
            </a:lvl9pPr>
          </a:lstStyle>
          <a:p xmlns:a="http://schemas.openxmlformats.org/drawingml/2006/main">
            <a:pPr algn="l">
              <a:defRPr sz="2250" b="1" i="0">
                <a:solidFill>
                  <a:srgbClr val="163E2D"/>
                </a:solidFill>
              </a:defRPr>
            </a:pPr>
            <a:r>
              <a:rPr sz="2250" b="1" i="0">
                <a:solidFill>
                  <a:srgbClr val="163E2D"/>
                </a:solidFill>
              </a:rPr>
              <a:t>Small food processors</a:t>
            </a:r>
          </a:p>
          <a:p xmlns:a="http://schemas.openxmlformats.org/drawingml/2006/main">
            <a:pPr algn="l">
              <a:defRPr sz="2250" b="1" i="0">
                <a:solidFill>
                  <a:srgbClr val="163E2D"/>
                </a:solidFill>
              </a:defRPr>
            </a:pPr>
            <a:r>
              <a:rPr sz="2250" b="1" i="0">
                <a:solidFill>
                  <a:srgbClr val="163E2D"/>
                </a:solidFill>
              </a:rPr>
              <a:t>with recurring ingredient demand</a:t>
            </a:r>
          </a:p>
        </p:txBody>
      </p:sp>
      <p:sp>
        <p:nvSpPr>
          <p:cNvPr id="8" name="">
            <a:extLst xmlns:a="http://schemas.openxmlformats.org/drawingml/2006/main">
              <a:ext uri="{FF2B5EF4-FFF2-40B4-BE49-F238E27FC236}">
                <a16:creationId xmlns:a16="http://schemas.microsoft.com/office/drawing/2014/main" id="{FAEF4A63-E856-4909-9730-0ECCC6B88709}"/>
              </a:ext>
            </a:extLst>
          </p:cNvPr>
          <p:cNvSpPr>
            <a:spLocks xmlns:a="http://schemas.openxmlformats.org/drawingml/2006/main" noGrp="1"/>
          </p:cNvSpPr>
          <p:nvPr/>
        </p:nvSpPr>
        <p:spPr>
          <a:xfrm xmlns:a="http://schemas.openxmlformats.org/drawingml/2006/main">
            <a:off x="723900" y="36480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i="0">
                <a:solidFill>
                  <a:srgbClr val="758078"/>
                </a:solidFill>
              </a:defRPr>
            </a:defPPr>
            <a:lvl1pPr algn="l">
              <a:defRPr sz="1125" b="1" i="0">
                <a:solidFill>
                  <a:srgbClr val="758078"/>
                </a:solidFill>
              </a:defRPr>
            </a:lvl1pPr>
            <a:lvl2pPr algn="l">
              <a:defRPr sz="1125" b="1" i="0">
                <a:solidFill>
                  <a:srgbClr val="758078"/>
                </a:solidFill>
              </a:defRPr>
            </a:lvl2pPr>
            <a:lvl3pPr algn="l">
              <a:defRPr sz="1125" b="1" i="0">
                <a:solidFill>
                  <a:srgbClr val="758078"/>
                </a:solidFill>
              </a:defRPr>
            </a:lvl3pPr>
            <a:lvl4pPr algn="l">
              <a:defRPr sz="1125" b="1" i="0">
                <a:solidFill>
                  <a:srgbClr val="758078"/>
                </a:solidFill>
              </a:defRPr>
            </a:lvl4pPr>
            <a:lvl5pPr algn="l">
              <a:defRPr sz="1125" b="1" i="0">
                <a:solidFill>
                  <a:srgbClr val="758078"/>
                </a:solidFill>
              </a:defRPr>
            </a:lvl5pPr>
            <a:lvl6pPr algn="l">
              <a:defRPr sz="1125" b="1" i="0">
                <a:solidFill>
                  <a:srgbClr val="758078"/>
                </a:solidFill>
              </a:defRPr>
            </a:lvl6pPr>
            <a:lvl7pPr algn="l">
              <a:defRPr sz="1125" b="1" i="0">
                <a:solidFill>
                  <a:srgbClr val="758078"/>
                </a:solidFill>
              </a:defRPr>
            </a:lvl7pPr>
            <a:lvl8pPr algn="l">
              <a:defRPr sz="1125" b="1" i="0">
                <a:solidFill>
                  <a:srgbClr val="758078"/>
                </a:solidFill>
              </a:defRPr>
            </a:lvl8pPr>
            <a:lvl9pPr algn="l">
              <a:defRPr sz="1125" b="1" i="0">
                <a:solidFill>
                  <a:srgbClr val="758078"/>
                </a:solidFill>
              </a:defRPr>
            </a:lvl9pPr>
          </a:lstStyle>
          <a:p xmlns:a="http://schemas.openxmlformats.org/drawingml/2006/main">
            <a:pPr algn="l">
              <a:defRPr sz="1125" b="1" i="0">
                <a:solidFill>
                  <a:srgbClr val="758078"/>
                </a:solidFill>
              </a:defRPr>
            </a:pPr>
            <a:r>
              <a:rPr sz="1125" b="1" i="0">
                <a:solidFill>
                  <a:srgbClr val="758078"/>
                </a:solidFill>
              </a:rPr>
              <a:t>Daily user</a:t>
            </a:r>
          </a:p>
        </p:txBody>
      </p:sp>
      <p:sp>
        <p:nvSpPr>
          <p:cNvPr id="9" name="">
            <a:extLst xmlns:a="http://schemas.openxmlformats.org/drawingml/2006/main">
              <a:ext uri="{FF2B5EF4-FFF2-40B4-BE49-F238E27FC236}">
                <a16:creationId xmlns:a16="http://schemas.microsoft.com/office/drawing/2014/main" id="{C5B803CD-E0C3-4D7A-8C0B-959A80B68628}"/>
              </a:ext>
            </a:extLst>
          </p:cNvPr>
          <p:cNvSpPr>
            <a:spLocks xmlns:a="http://schemas.openxmlformats.org/drawingml/2006/main" noGrp="1"/>
          </p:cNvSpPr>
          <p:nvPr/>
        </p:nvSpPr>
        <p:spPr>
          <a:xfrm xmlns:a="http://schemas.openxmlformats.org/drawingml/2006/main">
            <a:off x="2076450" y="358140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212"/>
          </a:bodyPr>
          <a:lstStyle xmlns:a="http://schemas.openxmlformats.org/drawingml/2006/main">
            <a:defPPr algn="l">
              <a:defRPr sz="1650" b="1" i="0">
                <a:solidFill>
                  <a:srgbClr val="13231B"/>
                </a:solidFill>
              </a:defRPr>
            </a:defPPr>
            <a:lvl1pPr algn="l">
              <a:defRPr sz="1650" b="1" i="0">
                <a:solidFill>
                  <a:srgbClr val="13231B"/>
                </a:solidFill>
              </a:defRPr>
            </a:lvl1pPr>
            <a:lvl2pPr algn="l">
              <a:defRPr sz="1650" b="1" i="0">
                <a:solidFill>
                  <a:srgbClr val="13231B"/>
                </a:solidFill>
              </a:defRPr>
            </a:lvl2pPr>
            <a:lvl3pPr algn="l">
              <a:defRPr sz="1650" b="1" i="0">
                <a:solidFill>
                  <a:srgbClr val="13231B"/>
                </a:solidFill>
              </a:defRPr>
            </a:lvl3pPr>
            <a:lvl4pPr algn="l">
              <a:defRPr sz="1650" b="1" i="0">
                <a:solidFill>
                  <a:srgbClr val="13231B"/>
                </a:solidFill>
              </a:defRPr>
            </a:lvl4pPr>
            <a:lvl5pPr algn="l">
              <a:defRPr sz="1650" b="1" i="0">
                <a:solidFill>
                  <a:srgbClr val="13231B"/>
                </a:solidFill>
              </a:defRPr>
            </a:lvl5pPr>
            <a:lvl6pPr algn="l">
              <a:defRPr sz="1650" b="1" i="0">
                <a:solidFill>
                  <a:srgbClr val="13231B"/>
                </a:solidFill>
              </a:defRPr>
            </a:lvl6pPr>
            <a:lvl7pPr algn="l">
              <a:defRPr sz="1650" b="1" i="0">
                <a:solidFill>
                  <a:srgbClr val="13231B"/>
                </a:solidFill>
              </a:defRPr>
            </a:lvl7pPr>
            <a:lvl8pPr algn="l">
              <a:defRPr sz="1650" b="1" i="0">
                <a:solidFill>
                  <a:srgbClr val="13231B"/>
                </a:solidFill>
              </a:defRPr>
            </a:lvl8pPr>
            <a:lvl9pPr algn="l">
              <a:defRPr sz="1650" b="1" i="0">
                <a:solidFill>
                  <a:srgbClr val="13231B"/>
                </a:solidFill>
              </a:defRPr>
            </a:lvl9pPr>
          </a:lstStyle>
          <a:p xmlns:a="http://schemas.openxmlformats.org/drawingml/2006/main">
            <a:pPr algn="l">
              <a:defRPr sz="1650" b="1" i="0">
                <a:solidFill>
                  <a:srgbClr val="13231B"/>
                </a:solidFill>
              </a:defRPr>
            </a:pPr>
            <a:r>
              <a:rPr sz="1650" b="1" i="0">
                <a:solidFill>
                  <a:srgbClr val="13231B"/>
                </a:solidFill>
              </a:rPr>
              <a:t>Procurement planner</a:t>
            </a:r>
          </a:p>
        </p:txBody>
      </p:sp>
      <p:sp>
        <p:nvSpPr>
          <p:cNvPr id="10" name="">
            <a:extLst xmlns:a="http://schemas.openxmlformats.org/drawingml/2006/main">
              <a:ext uri="{FF2B5EF4-FFF2-40B4-BE49-F238E27FC236}">
                <a16:creationId xmlns:a16="http://schemas.microsoft.com/office/drawing/2014/main" id="{5ABCA1C1-9871-4823-A02E-09813230CA6B}"/>
              </a:ext>
            </a:extLst>
          </p:cNvPr>
          <p:cNvSpPr>
            <a:spLocks xmlns:a="http://schemas.openxmlformats.org/drawingml/2006/main" noGrp="1"/>
          </p:cNvSpPr>
          <p:nvPr/>
        </p:nvSpPr>
        <p:spPr>
          <a:xfrm xmlns:a="http://schemas.openxmlformats.org/drawingml/2006/main">
            <a:off x="723900" y="4152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i="0">
                <a:solidFill>
                  <a:srgbClr val="758078"/>
                </a:solidFill>
              </a:defRPr>
            </a:defPPr>
            <a:lvl1pPr algn="l">
              <a:defRPr sz="1125" b="1" i="0">
                <a:solidFill>
                  <a:srgbClr val="758078"/>
                </a:solidFill>
              </a:defRPr>
            </a:lvl1pPr>
            <a:lvl2pPr algn="l">
              <a:defRPr sz="1125" b="1" i="0">
                <a:solidFill>
                  <a:srgbClr val="758078"/>
                </a:solidFill>
              </a:defRPr>
            </a:lvl2pPr>
            <a:lvl3pPr algn="l">
              <a:defRPr sz="1125" b="1" i="0">
                <a:solidFill>
                  <a:srgbClr val="758078"/>
                </a:solidFill>
              </a:defRPr>
            </a:lvl3pPr>
            <a:lvl4pPr algn="l">
              <a:defRPr sz="1125" b="1" i="0">
                <a:solidFill>
                  <a:srgbClr val="758078"/>
                </a:solidFill>
              </a:defRPr>
            </a:lvl4pPr>
            <a:lvl5pPr algn="l">
              <a:defRPr sz="1125" b="1" i="0">
                <a:solidFill>
                  <a:srgbClr val="758078"/>
                </a:solidFill>
              </a:defRPr>
            </a:lvl5pPr>
            <a:lvl6pPr algn="l">
              <a:defRPr sz="1125" b="1" i="0">
                <a:solidFill>
                  <a:srgbClr val="758078"/>
                </a:solidFill>
              </a:defRPr>
            </a:lvl6pPr>
            <a:lvl7pPr algn="l">
              <a:defRPr sz="1125" b="1" i="0">
                <a:solidFill>
                  <a:srgbClr val="758078"/>
                </a:solidFill>
              </a:defRPr>
            </a:lvl7pPr>
            <a:lvl8pPr algn="l">
              <a:defRPr sz="1125" b="1" i="0">
                <a:solidFill>
                  <a:srgbClr val="758078"/>
                </a:solidFill>
              </a:defRPr>
            </a:lvl8pPr>
            <a:lvl9pPr algn="l">
              <a:defRPr sz="1125" b="1" i="0">
                <a:solidFill>
                  <a:srgbClr val="758078"/>
                </a:solidFill>
              </a:defRPr>
            </a:lvl9pPr>
          </a:lstStyle>
          <a:p xmlns:a="http://schemas.openxmlformats.org/drawingml/2006/main">
            <a:pPr algn="l">
              <a:defRPr sz="1125" b="1" i="0">
                <a:solidFill>
                  <a:srgbClr val="758078"/>
                </a:solidFill>
              </a:defRPr>
            </a:pPr>
            <a:r>
              <a:rPr sz="1125" b="1" i="0">
                <a:solidFill>
                  <a:srgbClr val="758078"/>
                </a:solidFill>
              </a:rPr>
              <a:t>Supply partner</a:t>
            </a:r>
          </a:p>
        </p:txBody>
      </p:sp>
      <p:sp>
        <p:nvSpPr>
          <p:cNvPr id="11" name="">
            <a:extLst xmlns:a="http://schemas.openxmlformats.org/drawingml/2006/main">
              <a:ext uri="{FF2B5EF4-FFF2-40B4-BE49-F238E27FC236}">
                <a16:creationId xmlns:a16="http://schemas.microsoft.com/office/drawing/2014/main" id="{7D7F4F90-93E8-45D8-BB70-EB86633DC202}"/>
              </a:ext>
            </a:extLst>
          </p:cNvPr>
          <p:cNvSpPr>
            <a:spLocks xmlns:a="http://schemas.openxmlformats.org/drawingml/2006/main" noGrp="1"/>
          </p:cNvSpPr>
          <p:nvPr/>
        </p:nvSpPr>
        <p:spPr>
          <a:xfrm xmlns:a="http://schemas.openxmlformats.org/drawingml/2006/main">
            <a:off x="2076450" y="4086225"/>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1" i="0">
                <a:solidFill>
                  <a:srgbClr val="13231B"/>
                </a:solidFill>
              </a:defRPr>
            </a:defPPr>
            <a:lvl1pPr algn="l">
              <a:defRPr sz="1425" b="1" i="0">
                <a:solidFill>
                  <a:srgbClr val="13231B"/>
                </a:solidFill>
              </a:defRPr>
            </a:lvl1pPr>
            <a:lvl2pPr algn="l">
              <a:defRPr sz="1425" b="1" i="0">
                <a:solidFill>
                  <a:srgbClr val="13231B"/>
                </a:solidFill>
              </a:defRPr>
            </a:lvl2pPr>
            <a:lvl3pPr algn="l">
              <a:defRPr sz="1425" b="1" i="0">
                <a:solidFill>
                  <a:srgbClr val="13231B"/>
                </a:solidFill>
              </a:defRPr>
            </a:lvl3pPr>
            <a:lvl4pPr algn="l">
              <a:defRPr sz="1425" b="1" i="0">
                <a:solidFill>
                  <a:srgbClr val="13231B"/>
                </a:solidFill>
              </a:defRPr>
            </a:lvl4pPr>
            <a:lvl5pPr algn="l">
              <a:defRPr sz="1425" b="1" i="0">
                <a:solidFill>
                  <a:srgbClr val="13231B"/>
                </a:solidFill>
              </a:defRPr>
            </a:lvl5pPr>
            <a:lvl6pPr algn="l">
              <a:defRPr sz="1425" b="1" i="0">
                <a:solidFill>
                  <a:srgbClr val="13231B"/>
                </a:solidFill>
              </a:defRPr>
            </a:lvl6pPr>
            <a:lvl7pPr algn="l">
              <a:defRPr sz="1425" b="1" i="0">
                <a:solidFill>
                  <a:srgbClr val="13231B"/>
                </a:solidFill>
              </a:defRPr>
            </a:lvl7pPr>
            <a:lvl8pPr algn="l">
              <a:defRPr sz="1425" b="1" i="0">
                <a:solidFill>
                  <a:srgbClr val="13231B"/>
                </a:solidFill>
              </a:defRPr>
            </a:lvl8pPr>
            <a:lvl9pPr algn="l">
              <a:defRPr sz="1425" b="1" i="0">
                <a:solidFill>
                  <a:srgbClr val="13231B"/>
                </a:solidFill>
              </a:defRPr>
            </a:lvl9pPr>
          </a:lstStyle>
          <a:p xmlns:a="http://schemas.openxmlformats.org/drawingml/2006/main">
            <a:pPr algn="l">
              <a:defRPr sz="1425" b="1" i="0">
                <a:solidFill>
                  <a:srgbClr val="13231B"/>
                </a:solidFill>
              </a:defRPr>
            </a:pPr>
            <a:r>
              <a:rPr sz="1425" b="1" i="0">
                <a:solidFill>
                  <a:srgbClr val="13231B"/>
                </a:solidFill>
              </a:rPr>
              <a:t>Farmer collective / FPO coordinator</a:t>
            </a:r>
          </a:p>
        </p:txBody>
      </p:sp>
      <p:sp>
        <p:nvSpPr>
          <p:cNvPr id="12" name="">
            <a:extLst xmlns:a="http://schemas.openxmlformats.org/drawingml/2006/main">
              <a:ext uri="{FF2B5EF4-FFF2-40B4-BE49-F238E27FC236}">
                <a16:creationId xmlns:a16="http://schemas.microsoft.com/office/drawing/2014/main" id="{420B9517-6BA7-478B-B211-5E687ECFBD40}"/>
              </a:ext>
            </a:extLst>
          </p:cNvPr>
          <p:cNvSpPr>
            <a:spLocks xmlns:a="http://schemas.openxmlformats.org/drawingml/2006/main" noGrp="1"/>
          </p:cNvSpPr>
          <p:nvPr/>
        </p:nvSpPr>
        <p:spPr>
          <a:xfrm xmlns:a="http://schemas.openxmlformats.org/drawingml/2006/main">
            <a:off x="6505575" y="1819275"/>
            <a:ext cx="19050" cy="368617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E87D4EE-B2C6-449C-B91F-406CF9A16CA9}"/>
              </a:ext>
            </a:extLst>
          </p:cNvPr>
          <p:cNvSpPr>
            <a:spLocks xmlns:a="http://schemas.openxmlformats.org/drawingml/2006/main" noGrp="1"/>
          </p:cNvSpPr>
          <p:nvPr/>
        </p:nvSpPr>
        <p:spPr>
          <a:xfrm xmlns:a="http://schemas.openxmlformats.org/drawingml/2006/main">
            <a:off x="7067550" y="1809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REVENUE HYPOTHESIS</a:t>
            </a:r>
          </a:p>
        </p:txBody>
      </p:sp>
      <p:sp>
        <p:nvSpPr>
          <p:cNvPr id="14" name="">
            <a:extLst xmlns:a="http://schemas.openxmlformats.org/drawingml/2006/main">
              <a:ext uri="{FF2B5EF4-FFF2-40B4-BE49-F238E27FC236}">
                <a16:creationId xmlns:a16="http://schemas.microsoft.com/office/drawing/2014/main" id="{C5BD2068-33D4-4E6B-8209-12E1CC2E97F0}"/>
              </a:ext>
            </a:extLst>
          </p:cNvPr>
          <p:cNvSpPr>
            <a:spLocks xmlns:a="http://schemas.openxmlformats.org/drawingml/2006/main" noGrp="1"/>
          </p:cNvSpPr>
          <p:nvPr/>
        </p:nvSpPr>
        <p:spPr>
          <a:xfrm xmlns:a="http://schemas.openxmlformats.org/drawingml/2006/main">
            <a:off x="7067550" y="23526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i="0">
                <a:solidFill>
                  <a:srgbClr val="D9784C"/>
                </a:solidFill>
              </a:defRPr>
            </a:defPPr>
            <a:lvl1pPr algn="l">
              <a:defRPr sz="1650" b="1" i="0">
                <a:solidFill>
                  <a:srgbClr val="D9784C"/>
                </a:solidFill>
              </a:defRPr>
            </a:lvl1pPr>
            <a:lvl2pPr algn="l">
              <a:defRPr sz="1650" b="1" i="0">
                <a:solidFill>
                  <a:srgbClr val="D9784C"/>
                </a:solidFill>
              </a:defRPr>
            </a:lvl2pPr>
            <a:lvl3pPr algn="l">
              <a:defRPr sz="1650" b="1" i="0">
                <a:solidFill>
                  <a:srgbClr val="D9784C"/>
                </a:solidFill>
              </a:defRPr>
            </a:lvl3pPr>
            <a:lvl4pPr algn="l">
              <a:defRPr sz="1650" b="1" i="0">
                <a:solidFill>
                  <a:srgbClr val="D9784C"/>
                </a:solidFill>
              </a:defRPr>
            </a:lvl4pPr>
            <a:lvl5pPr algn="l">
              <a:defRPr sz="1650" b="1" i="0">
                <a:solidFill>
                  <a:srgbClr val="D9784C"/>
                </a:solidFill>
              </a:defRPr>
            </a:lvl5pPr>
            <a:lvl6pPr algn="l">
              <a:defRPr sz="1650" b="1" i="0">
                <a:solidFill>
                  <a:srgbClr val="D9784C"/>
                </a:solidFill>
              </a:defRPr>
            </a:lvl6pPr>
            <a:lvl7pPr algn="l">
              <a:defRPr sz="1650" b="1" i="0">
                <a:solidFill>
                  <a:srgbClr val="D9784C"/>
                </a:solidFill>
              </a:defRPr>
            </a:lvl7pPr>
            <a:lvl8pPr algn="l">
              <a:defRPr sz="1650" b="1" i="0">
                <a:solidFill>
                  <a:srgbClr val="D9784C"/>
                </a:solidFill>
              </a:defRPr>
            </a:lvl8pPr>
            <a:lvl9pPr algn="l">
              <a:defRPr sz="1650" b="1" i="0">
                <a:solidFill>
                  <a:srgbClr val="D9784C"/>
                </a:solidFill>
              </a:defRPr>
            </a:lvl9pPr>
          </a:lstStyle>
          <a:p xmlns:a="http://schemas.openxmlformats.org/drawingml/2006/main">
            <a:pPr algn="l">
              <a:defRPr sz="1650" b="1" i="0">
                <a:solidFill>
                  <a:srgbClr val="D9784C"/>
                </a:solidFill>
              </a:defRPr>
            </a:pPr>
            <a:r>
              <a:rPr sz="1650" b="1" i="0">
                <a:solidFill>
                  <a:srgbClr val="D9784C"/>
                </a:solidFill>
              </a:rPr>
              <a:t>1</a:t>
            </a:r>
          </a:p>
        </p:txBody>
      </p:sp>
      <p:sp>
        <p:nvSpPr>
          <p:cNvPr id="15" name="">
            <a:extLst xmlns:a="http://schemas.openxmlformats.org/drawingml/2006/main">
              <a:ext uri="{FF2B5EF4-FFF2-40B4-BE49-F238E27FC236}">
                <a16:creationId xmlns:a16="http://schemas.microsoft.com/office/drawing/2014/main" id="{184EF208-32B2-4870-B38E-A86EABE4403C}"/>
              </a:ext>
            </a:extLst>
          </p:cNvPr>
          <p:cNvSpPr>
            <a:spLocks xmlns:a="http://schemas.openxmlformats.org/drawingml/2006/main" noGrp="1"/>
          </p:cNvSpPr>
          <p:nvPr/>
        </p:nvSpPr>
        <p:spPr>
          <a:xfrm xmlns:a="http://schemas.openxmlformats.org/drawingml/2006/main">
            <a:off x="7620000" y="2352675"/>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defPPr algn="l">
              <a:defRPr sz="1800" b="1" i="0">
                <a:solidFill>
                  <a:srgbClr val="13231B"/>
                </a:solidFill>
              </a:defRPr>
            </a:defPPr>
            <a:lvl1pPr algn="l">
              <a:defRPr sz="1800" b="1" i="0">
                <a:solidFill>
                  <a:srgbClr val="13231B"/>
                </a:solidFill>
              </a:defRPr>
            </a:lvl1pPr>
            <a:lvl2pPr algn="l">
              <a:defRPr sz="1800" b="1" i="0">
                <a:solidFill>
                  <a:srgbClr val="13231B"/>
                </a:solidFill>
              </a:defRPr>
            </a:lvl2pPr>
            <a:lvl3pPr algn="l">
              <a:defRPr sz="1800" b="1" i="0">
                <a:solidFill>
                  <a:srgbClr val="13231B"/>
                </a:solidFill>
              </a:defRPr>
            </a:lvl3pPr>
            <a:lvl4pPr algn="l">
              <a:defRPr sz="1800" b="1" i="0">
                <a:solidFill>
                  <a:srgbClr val="13231B"/>
                </a:solidFill>
              </a:defRPr>
            </a:lvl4pPr>
            <a:lvl5pPr algn="l">
              <a:defRPr sz="1800" b="1" i="0">
                <a:solidFill>
                  <a:srgbClr val="13231B"/>
                </a:solidFill>
              </a:defRPr>
            </a:lvl5pPr>
            <a:lvl6pPr algn="l">
              <a:defRPr sz="1800" b="1" i="0">
                <a:solidFill>
                  <a:srgbClr val="13231B"/>
                </a:solidFill>
              </a:defRPr>
            </a:lvl6pPr>
            <a:lvl7pPr algn="l">
              <a:defRPr sz="1800" b="1" i="0">
                <a:solidFill>
                  <a:srgbClr val="13231B"/>
                </a:solidFill>
              </a:defRPr>
            </a:lvl7pPr>
            <a:lvl8pPr algn="l">
              <a:defRPr sz="1800" b="1" i="0">
                <a:solidFill>
                  <a:srgbClr val="13231B"/>
                </a:solidFill>
              </a:defRPr>
            </a:lvl8pPr>
            <a:lvl9pPr algn="l">
              <a:defRPr sz="1800" b="1" i="0">
                <a:solidFill>
                  <a:srgbClr val="13231B"/>
                </a:solidFill>
              </a:defRPr>
            </a:lvl9pPr>
          </a:lstStyle>
          <a:p xmlns:a="http://schemas.openxmlformats.org/drawingml/2006/main">
            <a:pPr algn="l">
              <a:defRPr sz="1800" b="1" i="0">
                <a:solidFill>
                  <a:srgbClr val="13231B"/>
                </a:solidFill>
              </a:defRPr>
            </a:pPr>
            <a:r>
              <a:rPr sz="1800" b="1" i="0">
                <a:solidFill>
                  <a:srgbClr val="13231B"/>
                </a:solidFill>
              </a:rPr>
              <a:t>Processor subscription</a:t>
            </a:r>
          </a:p>
        </p:txBody>
      </p:sp>
      <p:sp>
        <p:nvSpPr>
          <p:cNvPr id="16" name="">
            <a:extLst xmlns:a="http://schemas.openxmlformats.org/drawingml/2006/main">
              <a:ext uri="{FF2B5EF4-FFF2-40B4-BE49-F238E27FC236}">
                <a16:creationId xmlns:a16="http://schemas.microsoft.com/office/drawing/2014/main" id="{E4D5FBF9-E1D7-4024-8054-C0D8CC2E529C}"/>
              </a:ext>
            </a:extLst>
          </p:cNvPr>
          <p:cNvSpPr>
            <a:spLocks xmlns:a="http://schemas.openxmlformats.org/drawingml/2006/main" noGrp="1"/>
          </p:cNvSpPr>
          <p:nvPr/>
        </p:nvSpPr>
        <p:spPr>
          <a:xfrm xmlns:a="http://schemas.openxmlformats.org/drawingml/2006/main">
            <a:off x="7067550" y="31718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i="0">
                <a:solidFill>
                  <a:srgbClr val="D9784C"/>
                </a:solidFill>
              </a:defRPr>
            </a:defPPr>
            <a:lvl1pPr algn="l">
              <a:defRPr sz="1650" b="1" i="0">
                <a:solidFill>
                  <a:srgbClr val="D9784C"/>
                </a:solidFill>
              </a:defRPr>
            </a:lvl1pPr>
            <a:lvl2pPr algn="l">
              <a:defRPr sz="1650" b="1" i="0">
                <a:solidFill>
                  <a:srgbClr val="D9784C"/>
                </a:solidFill>
              </a:defRPr>
            </a:lvl2pPr>
            <a:lvl3pPr algn="l">
              <a:defRPr sz="1650" b="1" i="0">
                <a:solidFill>
                  <a:srgbClr val="D9784C"/>
                </a:solidFill>
              </a:defRPr>
            </a:lvl3pPr>
            <a:lvl4pPr algn="l">
              <a:defRPr sz="1650" b="1" i="0">
                <a:solidFill>
                  <a:srgbClr val="D9784C"/>
                </a:solidFill>
              </a:defRPr>
            </a:lvl4pPr>
            <a:lvl5pPr algn="l">
              <a:defRPr sz="1650" b="1" i="0">
                <a:solidFill>
                  <a:srgbClr val="D9784C"/>
                </a:solidFill>
              </a:defRPr>
            </a:lvl5pPr>
            <a:lvl6pPr algn="l">
              <a:defRPr sz="1650" b="1" i="0">
                <a:solidFill>
                  <a:srgbClr val="D9784C"/>
                </a:solidFill>
              </a:defRPr>
            </a:lvl6pPr>
            <a:lvl7pPr algn="l">
              <a:defRPr sz="1650" b="1" i="0">
                <a:solidFill>
                  <a:srgbClr val="D9784C"/>
                </a:solidFill>
              </a:defRPr>
            </a:lvl7pPr>
            <a:lvl8pPr algn="l">
              <a:defRPr sz="1650" b="1" i="0">
                <a:solidFill>
                  <a:srgbClr val="D9784C"/>
                </a:solidFill>
              </a:defRPr>
            </a:lvl8pPr>
            <a:lvl9pPr algn="l">
              <a:defRPr sz="1650" b="1" i="0">
                <a:solidFill>
                  <a:srgbClr val="D9784C"/>
                </a:solidFill>
              </a:defRPr>
            </a:lvl9pPr>
          </a:lstStyle>
          <a:p xmlns:a="http://schemas.openxmlformats.org/drawingml/2006/main">
            <a:pPr algn="l">
              <a:defRPr sz="1650" b="1" i="0">
                <a:solidFill>
                  <a:srgbClr val="D9784C"/>
                </a:solidFill>
              </a:defRPr>
            </a:pPr>
            <a:r>
              <a:rPr sz="1650" b="1" i="0">
                <a:solidFill>
                  <a:srgbClr val="D9784C"/>
                </a:solidFill>
              </a:rPr>
              <a:t>2</a:t>
            </a:r>
          </a:p>
        </p:txBody>
      </p:sp>
      <p:sp>
        <p:nvSpPr>
          <p:cNvPr id="17" name="">
            <a:extLst xmlns:a="http://schemas.openxmlformats.org/drawingml/2006/main">
              <a:ext uri="{FF2B5EF4-FFF2-40B4-BE49-F238E27FC236}">
                <a16:creationId xmlns:a16="http://schemas.microsoft.com/office/drawing/2014/main" id="{A4705543-48A1-47CE-B550-DFDCA39F5017}"/>
              </a:ext>
            </a:extLst>
          </p:cNvPr>
          <p:cNvSpPr>
            <a:spLocks xmlns:a="http://schemas.openxmlformats.org/drawingml/2006/main" noGrp="1"/>
          </p:cNvSpPr>
          <p:nvPr/>
        </p:nvSpPr>
        <p:spPr>
          <a:xfrm xmlns:a="http://schemas.openxmlformats.org/drawingml/2006/main">
            <a:off x="7620000" y="3171825"/>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i="0">
                <a:solidFill>
                  <a:srgbClr val="13231B"/>
                </a:solidFill>
              </a:defRPr>
            </a:defPPr>
            <a:lvl1pPr algn="l">
              <a:defRPr sz="1650" b="1" i="0">
                <a:solidFill>
                  <a:srgbClr val="13231B"/>
                </a:solidFill>
              </a:defRPr>
            </a:lvl1pPr>
            <a:lvl2pPr algn="l">
              <a:defRPr sz="1650" b="1" i="0">
                <a:solidFill>
                  <a:srgbClr val="13231B"/>
                </a:solidFill>
              </a:defRPr>
            </a:lvl2pPr>
            <a:lvl3pPr algn="l">
              <a:defRPr sz="1650" b="1" i="0">
                <a:solidFill>
                  <a:srgbClr val="13231B"/>
                </a:solidFill>
              </a:defRPr>
            </a:lvl3pPr>
            <a:lvl4pPr algn="l">
              <a:defRPr sz="1650" b="1" i="0">
                <a:solidFill>
                  <a:srgbClr val="13231B"/>
                </a:solidFill>
              </a:defRPr>
            </a:lvl4pPr>
            <a:lvl5pPr algn="l">
              <a:defRPr sz="1650" b="1" i="0">
                <a:solidFill>
                  <a:srgbClr val="13231B"/>
                </a:solidFill>
              </a:defRPr>
            </a:lvl5pPr>
            <a:lvl6pPr algn="l">
              <a:defRPr sz="1650" b="1" i="0">
                <a:solidFill>
                  <a:srgbClr val="13231B"/>
                </a:solidFill>
              </a:defRPr>
            </a:lvl6pPr>
            <a:lvl7pPr algn="l">
              <a:defRPr sz="1650" b="1" i="0">
                <a:solidFill>
                  <a:srgbClr val="13231B"/>
                </a:solidFill>
              </a:defRPr>
            </a:lvl7pPr>
            <a:lvl8pPr algn="l">
              <a:defRPr sz="1650" b="1" i="0">
                <a:solidFill>
                  <a:srgbClr val="13231B"/>
                </a:solidFill>
              </a:defRPr>
            </a:lvl8pPr>
            <a:lvl9pPr algn="l">
              <a:defRPr sz="1650" b="1" i="0">
                <a:solidFill>
                  <a:srgbClr val="13231B"/>
                </a:solidFill>
              </a:defRPr>
            </a:lvl9pPr>
          </a:lstStyle>
          <a:p xmlns:a="http://schemas.openxmlformats.org/drawingml/2006/main">
            <a:pPr algn="l">
              <a:defRPr sz="1650" b="1" i="0">
                <a:solidFill>
                  <a:srgbClr val="13231B"/>
                </a:solidFill>
              </a:defRPr>
            </a:pPr>
            <a:r>
              <a:rPr sz="1650" b="1" i="0">
                <a:solidFill>
                  <a:srgbClr val="13231B"/>
                </a:solidFill>
              </a:rPr>
              <a:t>Affordable collective access</a:t>
            </a:r>
          </a:p>
        </p:txBody>
      </p:sp>
      <p:sp>
        <p:nvSpPr>
          <p:cNvPr id="18" name="">
            <a:extLst xmlns:a="http://schemas.openxmlformats.org/drawingml/2006/main">
              <a:ext uri="{FF2B5EF4-FFF2-40B4-BE49-F238E27FC236}">
                <a16:creationId xmlns:a16="http://schemas.microsoft.com/office/drawing/2014/main" id="{076CE555-808F-43F6-B43A-DB662CF8E6BC}"/>
              </a:ext>
            </a:extLst>
          </p:cNvPr>
          <p:cNvSpPr>
            <a:spLocks xmlns:a="http://schemas.openxmlformats.org/drawingml/2006/main" noGrp="1"/>
          </p:cNvSpPr>
          <p:nvPr/>
        </p:nvSpPr>
        <p:spPr>
          <a:xfrm xmlns:a="http://schemas.openxmlformats.org/drawingml/2006/main">
            <a:off x="7067550" y="39909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i="0">
                <a:solidFill>
                  <a:srgbClr val="D9784C"/>
                </a:solidFill>
              </a:defRPr>
            </a:defPPr>
            <a:lvl1pPr algn="l">
              <a:defRPr sz="1650" b="1" i="0">
                <a:solidFill>
                  <a:srgbClr val="D9784C"/>
                </a:solidFill>
              </a:defRPr>
            </a:lvl1pPr>
            <a:lvl2pPr algn="l">
              <a:defRPr sz="1650" b="1" i="0">
                <a:solidFill>
                  <a:srgbClr val="D9784C"/>
                </a:solidFill>
              </a:defRPr>
            </a:lvl2pPr>
            <a:lvl3pPr algn="l">
              <a:defRPr sz="1650" b="1" i="0">
                <a:solidFill>
                  <a:srgbClr val="D9784C"/>
                </a:solidFill>
              </a:defRPr>
            </a:lvl3pPr>
            <a:lvl4pPr algn="l">
              <a:defRPr sz="1650" b="1" i="0">
                <a:solidFill>
                  <a:srgbClr val="D9784C"/>
                </a:solidFill>
              </a:defRPr>
            </a:lvl4pPr>
            <a:lvl5pPr algn="l">
              <a:defRPr sz="1650" b="1" i="0">
                <a:solidFill>
                  <a:srgbClr val="D9784C"/>
                </a:solidFill>
              </a:defRPr>
            </a:lvl5pPr>
            <a:lvl6pPr algn="l">
              <a:defRPr sz="1650" b="1" i="0">
                <a:solidFill>
                  <a:srgbClr val="D9784C"/>
                </a:solidFill>
              </a:defRPr>
            </a:lvl6pPr>
            <a:lvl7pPr algn="l">
              <a:defRPr sz="1650" b="1" i="0">
                <a:solidFill>
                  <a:srgbClr val="D9784C"/>
                </a:solidFill>
              </a:defRPr>
            </a:lvl7pPr>
            <a:lvl8pPr algn="l">
              <a:defRPr sz="1650" b="1" i="0">
                <a:solidFill>
                  <a:srgbClr val="D9784C"/>
                </a:solidFill>
              </a:defRPr>
            </a:lvl8pPr>
            <a:lvl9pPr algn="l">
              <a:defRPr sz="1650" b="1" i="0">
                <a:solidFill>
                  <a:srgbClr val="D9784C"/>
                </a:solidFill>
              </a:defRPr>
            </a:lvl9pPr>
          </a:lstStyle>
          <a:p xmlns:a="http://schemas.openxmlformats.org/drawingml/2006/main">
            <a:pPr algn="l">
              <a:defRPr sz="1650" b="1" i="0">
                <a:solidFill>
                  <a:srgbClr val="D9784C"/>
                </a:solidFill>
              </a:defRPr>
            </a:pPr>
            <a:r>
              <a:rPr sz="1650" b="1" i="0">
                <a:solidFill>
                  <a:srgbClr val="D9784C"/>
                </a:solidFill>
              </a:rPr>
              <a:t>3</a:t>
            </a:r>
          </a:p>
        </p:txBody>
      </p:sp>
      <p:sp>
        <p:nvSpPr>
          <p:cNvPr id="19" name="">
            <a:extLst xmlns:a="http://schemas.openxmlformats.org/drawingml/2006/main">
              <a:ext uri="{FF2B5EF4-FFF2-40B4-BE49-F238E27FC236}">
                <a16:creationId xmlns:a16="http://schemas.microsoft.com/office/drawing/2014/main" id="{136157F5-150C-49D2-ADCD-713EC975F185}"/>
              </a:ext>
            </a:extLst>
          </p:cNvPr>
          <p:cNvSpPr>
            <a:spLocks xmlns:a="http://schemas.openxmlformats.org/drawingml/2006/main" noGrp="1"/>
          </p:cNvSpPr>
          <p:nvPr/>
        </p:nvSpPr>
        <p:spPr>
          <a:xfrm xmlns:a="http://schemas.openxmlformats.org/drawingml/2006/main">
            <a:off x="7620000" y="3990975"/>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1" i="0">
                <a:solidFill>
                  <a:srgbClr val="13231B"/>
                </a:solidFill>
              </a:defRPr>
            </a:defPPr>
            <a:lvl1pPr algn="l">
              <a:defRPr sz="1650" b="1" i="0">
                <a:solidFill>
                  <a:srgbClr val="13231B"/>
                </a:solidFill>
              </a:defRPr>
            </a:lvl1pPr>
            <a:lvl2pPr algn="l">
              <a:defRPr sz="1650" b="1" i="0">
                <a:solidFill>
                  <a:srgbClr val="13231B"/>
                </a:solidFill>
              </a:defRPr>
            </a:lvl2pPr>
            <a:lvl3pPr algn="l">
              <a:defRPr sz="1650" b="1" i="0">
                <a:solidFill>
                  <a:srgbClr val="13231B"/>
                </a:solidFill>
              </a:defRPr>
            </a:lvl3pPr>
            <a:lvl4pPr algn="l">
              <a:defRPr sz="1650" b="1" i="0">
                <a:solidFill>
                  <a:srgbClr val="13231B"/>
                </a:solidFill>
              </a:defRPr>
            </a:lvl4pPr>
            <a:lvl5pPr algn="l">
              <a:defRPr sz="1650" b="1" i="0">
                <a:solidFill>
                  <a:srgbClr val="13231B"/>
                </a:solidFill>
              </a:defRPr>
            </a:lvl5pPr>
            <a:lvl6pPr algn="l">
              <a:defRPr sz="1650" b="1" i="0">
                <a:solidFill>
                  <a:srgbClr val="13231B"/>
                </a:solidFill>
              </a:defRPr>
            </a:lvl6pPr>
            <a:lvl7pPr algn="l">
              <a:defRPr sz="1650" b="1" i="0">
                <a:solidFill>
                  <a:srgbClr val="13231B"/>
                </a:solidFill>
              </a:defRPr>
            </a:lvl7pPr>
            <a:lvl8pPr algn="l">
              <a:defRPr sz="1650" b="1" i="0">
                <a:solidFill>
                  <a:srgbClr val="13231B"/>
                </a:solidFill>
              </a:defRPr>
            </a:lvl8pPr>
            <a:lvl9pPr algn="l">
              <a:defRPr sz="1650" b="1" i="0">
                <a:solidFill>
                  <a:srgbClr val="13231B"/>
                </a:solidFill>
              </a:defRPr>
            </a:lvl9pPr>
          </a:lstStyle>
          <a:p xmlns:a="http://schemas.openxmlformats.org/drawingml/2006/main">
            <a:pPr algn="l">
              <a:defRPr sz="1650" b="1" i="0">
                <a:solidFill>
                  <a:srgbClr val="13231B"/>
                </a:solidFill>
              </a:defRPr>
            </a:pPr>
            <a:r>
              <a:rPr sz="1650" b="1" i="0">
                <a:solidFill>
                  <a:srgbClr val="13231B"/>
                </a:solidFill>
              </a:rPr>
              <a:t>Optional procurement services</a:t>
            </a:r>
          </a:p>
        </p:txBody>
      </p:sp>
      <p:sp>
        <p:nvSpPr>
          <p:cNvPr id="20" name="">
            <a:extLst xmlns:a="http://schemas.openxmlformats.org/drawingml/2006/main">
              <a:ext uri="{FF2B5EF4-FFF2-40B4-BE49-F238E27FC236}">
                <a16:creationId xmlns:a16="http://schemas.microsoft.com/office/drawing/2014/main" id="{49F4A536-AF2B-4CD5-8744-55612B1F3EF2}"/>
              </a:ext>
            </a:extLst>
          </p:cNvPr>
          <p:cNvSpPr>
            <a:spLocks xmlns:a="http://schemas.openxmlformats.org/drawingml/2006/main" noGrp="1"/>
          </p:cNvSpPr>
          <p:nvPr/>
        </p:nvSpPr>
        <p:spPr>
          <a:xfrm xmlns:a="http://schemas.openxmlformats.org/drawingml/2006/main">
            <a:off x="723900" y="52387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i="0">
                <a:solidFill>
                  <a:srgbClr val="163E2D"/>
                </a:solidFill>
              </a:defRPr>
            </a:defPPr>
            <a:lvl1pPr algn="l">
              <a:defRPr sz="1800" b="1" i="0">
                <a:solidFill>
                  <a:srgbClr val="163E2D"/>
                </a:solidFill>
              </a:defRPr>
            </a:lvl1pPr>
            <a:lvl2pPr algn="l">
              <a:defRPr sz="1800" b="1" i="0">
                <a:solidFill>
                  <a:srgbClr val="163E2D"/>
                </a:solidFill>
              </a:defRPr>
            </a:lvl2pPr>
            <a:lvl3pPr algn="l">
              <a:defRPr sz="1800" b="1" i="0">
                <a:solidFill>
                  <a:srgbClr val="163E2D"/>
                </a:solidFill>
              </a:defRPr>
            </a:lvl3pPr>
            <a:lvl4pPr algn="l">
              <a:defRPr sz="1800" b="1" i="0">
                <a:solidFill>
                  <a:srgbClr val="163E2D"/>
                </a:solidFill>
              </a:defRPr>
            </a:lvl4pPr>
            <a:lvl5pPr algn="l">
              <a:defRPr sz="1800" b="1" i="0">
                <a:solidFill>
                  <a:srgbClr val="163E2D"/>
                </a:solidFill>
              </a:defRPr>
            </a:lvl5pPr>
            <a:lvl6pPr algn="l">
              <a:defRPr sz="1800" b="1" i="0">
                <a:solidFill>
                  <a:srgbClr val="163E2D"/>
                </a:solidFill>
              </a:defRPr>
            </a:lvl6pPr>
            <a:lvl7pPr algn="l">
              <a:defRPr sz="1800" b="1" i="0">
                <a:solidFill>
                  <a:srgbClr val="163E2D"/>
                </a:solidFill>
              </a:defRPr>
            </a:lvl7pPr>
            <a:lvl8pPr algn="l">
              <a:defRPr sz="1800" b="1" i="0">
                <a:solidFill>
                  <a:srgbClr val="163E2D"/>
                </a:solidFill>
              </a:defRPr>
            </a:lvl8pPr>
            <a:lvl9pPr algn="l">
              <a:defRPr sz="1800" b="1" i="0">
                <a:solidFill>
                  <a:srgbClr val="163E2D"/>
                </a:solidFill>
              </a:defRPr>
            </a:lvl9pPr>
          </a:lstStyle>
          <a:p xmlns:a="http://schemas.openxmlformats.org/drawingml/2006/main">
            <a:pPr algn="l">
              <a:defRPr sz="1800" b="1" i="0">
                <a:solidFill>
                  <a:srgbClr val="163E2D"/>
                </a:solidFill>
              </a:defRPr>
            </a:pPr>
            <a:r>
              <a:rPr sz="1800" b="1" i="0">
                <a:solidFill>
                  <a:srgbClr val="163E2D"/>
                </a:solidFill>
              </a:rPr>
              <a:t>Prove repeat usage and paid value in one sourcing corridor before scaling.</a:t>
            </a:r>
          </a:p>
        </p:txBody>
      </p:sp>
    </p:spTree>
    <p:extLst>
      <p:ext uri="{BB962C8B-B14F-4D97-AF65-F5344CB8AC3E}">
        <p14:creationId xmlns:p14="http://schemas.microsoft.com/office/powerpoint/2010/main" val="802230534"/>
      </p:ext>
    </p:extLst>
  </p:cSld>
</p:sld>
</file>

<file path=ppt/slides/slide9.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A2B5546-0200-4118-B85F-E0EF8FF55DDF}"/>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08  /  PILOT DESIGN</a:t>
            </a:r>
          </a:p>
        </p:txBody>
      </p:sp>
      <p:sp>
        <p:nvSpPr>
          <p:cNvPr id="2" name="">
            <a:extLst xmlns:a="http://schemas.openxmlformats.org/drawingml/2006/main">
              <a:ext uri="{FF2B5EF4-FFF2-40B4-BE49-F238E27FC236}">
                <a16:creationId xmlns:a16="http://schemas.microsoft.com/office/drawing/2014/main" id="{9C04BE75-0D98-4E3C-B062-5081405C28C5}"/>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A 12-week pilot can test the promise</a:t>
            </a:r>
          </a:p>
        </p:txBody>
      </p:sp>
      <p:sp>
        <p:nvSpPr>
          <p:cNvPr id="3" name="">
            <a:extLst xmlns:a="http://schemas.openxmlformats.org/drawingml/2006/main">
              <a:ext uri="{FF2B5EF4-FFF2-40B4-BE49-F238E27FC236}">
                <a16:creationId xmlns:a16="http://schemas.microsoft.com/office/drawing/2014/main" id="{98BA40B8-BE6D-4BA1-AD5C-68D89F7C0A62}"/>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3A884E-7235-4059-8257-F61F8C2500A0}"/>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AEEE1AE2-89B4-4F6C-BD96-E927E3CC48B4}"/>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09</a:t>
            </a:r>
          </a:p>
        </p:txBody>
      </p:sp>
      <p:sp>
        <p:nvSpPr>
          <p:cNvPr id="6" name="">
            <a:extLst xmlns:a="http://schemas.openxmlformats.org/drawingml/2006/main">
              <a:ext uri="{FF2B5EF4-FFF2-40B4-BE49-F238E27FC236}">
                <a16:creationId xmlns:a16="http://schemas.microsoft.com/office/drawing/2014/main" id="{1D0BBD37-DA8D-40B6-8151-6D331A49D0E8}"/>
              </a:ext>
            </a:extLst>
          </p:cNvPr>
          <p:cNvSpPr>
            <a:spLocks xmlns:a="http://schemas.openxmlformats.org/drawingml/2006/main" noGrp="1"/>
          </p:cNvSpPr>
          <p:nvPr/>
        </p:nvSpPr>
        <p:spPr>
          <a:xfrm xmlns:a="http://schemas.openxmlformats.org/drawingml/2006/main">
            <a:off x="723900" y="1809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PROPOSED SCOPE</a:t>
            </a:r>
          </a:p>
        </p:txBody>
      </p:sp>
      <p:sp>
        <p:nvSpPr>
          <p:cNvPr id="7" name="">
            <a:extLst xmlns:a="http://schemas.openxmlformats.org/drawingml/2006/main">
              <a:ext uri="{FF2B5EF4-FFF2-40B4-BE49-F238E27FC236}">
                <a16:creationId xmlns:a16="http://schemas.microsoft.com/office/drawing/2014/main" id="{BE7D4A50-624A-46FF-B48C-03E6DA0F3E34}"/>
              </a:ext>
            </a:extLst>
          </p:cNvPr>
          <p:cNvSpPr>
            <a:spLocks xmlns:a="http://schemas.openxmlformats.org/drawingml/2006/main" noGrp="1"/>
          </p:cNvSpPr>
          <p:nvPr/>
        </p:nvSpPr>
        <p:spPr>
          <a:xfrm xmlns:a="http://schemas.openxmlformats.org/drawingml/2006/main">
            <a:off x="723900" y="22669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970"/>
          </a:bodyPr>
          <a:lstStyle xmlns:a="http://schemas.openxmlformats.org/drawingml/2006/main">
            <a:defPPr algn="l">
              <a:defRPr sz="2475" b="1" i="0">
                <a:solidFill>
                  <a:srgbClr val="163E2D"/>
                </a:solidFill>
              </a:defRPr>
            </a:defPPr>
            <a:lvl1pPr algn="l">
              <a:defRPr sz="2475" b="1" i="0">
                <a:solidFill>
                  <a:srgbClr val="163E2D"/>
                </a:solidFill>
              </a:defRPr>
            </a:lvl1pPr>
            <a:lvl2pPr algn="l">
              <a:defRPr sz="2475" b="1" i="0">
                <a:solidFill>
                  <a:srgbClr val="163E2D"/>
                </a:solidFill>
              </a:defRPr>
            </a:lvl2pPr>
            <a:lvl3pPr algn="l">
              <a:defRPr sz="2475" b="1" i="0">
                <a:solidFill>
                  <a:srgbClr val="163E2D"/>
                </a:solidFill>
              </a:defRPr>
            </a:lvl3pPr>
            <a:lvl4pPr algn="l">
              <a:defRPr sz="2475" b="1" i="0">
                <a:solidFill>
                  <a:srgbClr val="163E2D"/>
                </a:solidFill>
              </a:defRPr>
            </a:lvl4pPr>
            <a:lvl5pPr algn="l">
              <a:defRPr sz="2475" b="1" i="0">
                <a:solidFill>
                  <a:srgbClr val="163E2D"/>
                </a:solidFill>
              </a:defRPr>
            </a:lvl5pPr>
            <a:lvl6pPr algn="l">
              <a:defRPr sz="2475" b="1" i="0">
                <a:solidFill>
                  <a:srgbClr val="163E2D"/>
                </a:solidFill>
              </a:defRPr>
            </a:lvl6pPr>
            <a:lvl7pPr algn="l">
              <a:defRPr sz="2475" b="1" i="0">
                <a:solidFill>
                  <a:srgbClr val="163E2D"/>
                </a:solidFill>
              </a:defRPr>
            </a:lvl7pPr>
            <a:lvl8pPr algn="l">
              <a:defRPr sz="2475" b="1" i="0">
                <a:solidFill>
                  <a:srgbClr val="163E2D"/>
                </a:solidFill>
              </a:defRPr>
            </a:lvl8pPr>
            <a:lvl9pPr algn="l">
              <a:defRPr sz="2475" b="1" i="0">
                <a:solidFill>
                  <a:srgbClr val="163E2D"/>
                </a:solidFill>
              </a:defRPr>
            </a:lvl9pPr>
          </a:lstStyle>
          <a:p xmlns:a="http://schemas.openxmlformats.org/drawingml/2006/main">
            <a:pPr algn="l">
              <a:defRPr sz="2475" b="1" i="0">
                <a:solidFill>
                  <a:srgbClr val="163E2D"/>
                </a:solidFill>
              </a:defRPr>
            </a:pPr>
            <a:r>
              <a:rPr sz="2475" b="1" i="0">
                <a:solidFill>
                  <a:srgbClr val="163E2D"/>
                </a:solidFill>
              </a:rPr>
              <a:t>1 ingredient corridor</a:t>
            </a:r>
          </a:p>
        </p:txBody>
      </p:sp>
      <p:sp>
        <p:nvSpPr>
          <p:cNvPr id="8" name="">
            <a:extLst xmlns:a="http://schemas.openxmlformats.org/drawingml/2006/main">
              <a:ext uri="{FF2B5EF4-FFF2-40B4-BE49-F238E27FC236}">
                <a16:creationId xmlns:a16="http://schemas.microsoft.com/office/drawing/2014/main" id="{7CF94D63-4D19-4978-93C4-02439AA5F566}"/>
              </a:ext>
            </a:extLst>
          </p:cNvPr>
          <p:cNvSpPr>
            <a:spLocks xmlns:a="http://schemas.openxmlformats.org/drawingml/2006/main" noGrp="1"/>
          </p:cNvSpPr>
          <p:nvPr/>
        </p:nvSpPr>
        <p:spPr>
          <a:xfrm xmlns:a="http://schemas.openxmlformats.org/drawingml/2006/main">
            <a:off x="723900" y="2857500"/>
            <a:ext cx="5238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725" b="1" i="0">
                <a:solidFill>
                  <a:srgbClr val="13231B"/>
                </a:solidFill>
              </a:defRPr>
            </a:defPPr>
            <a:lvl1pPr algn="l">
              <a:defRPr sz="1725" b="1" i="0">
                <a:solidFill>
                  <a:srgbClr val="13231B"/>
                </a:solidFill>
              </a:defRPr>
            </a:lvl1pPr>
            <a:lvl2pPr algn="l">
              <a:defRPr sz="1725" b="1" i="0">
                <a:solidFill>
                  <a:srgbClr val="13231B"/>
                </a:solidFill>
              </a:defRPr>
            </a:lvl2pPr>
            <a:lvl3pPr algn="l">
              <a:defRPr sz="1725" b="1" i="0">
                <a:solidFill>
                  <a:srgbClr val="13231B"/>
                </a:solidFill>
              </a:defRPr>
            </a:lvl3pPr>
            <a:lvl4pPr algn="l">
              <a:defRPr sz="1725" b="1" i="0">
                <a:solidFill>
                  <a:srgbClr val="13231B"/>
                </a:solidFill>
              </a:defRPr>
            </a:lvl4pPr>
            <a:lvl5pPr algn="l">
              <a:defRPr sz="1725" b="1" i="0">
                <a:solidFill>
                  <a:srgbClr val="13231B"/>
                </a:solidFill>
              </a:defRPr>
            </a:lvl5pPr>
            <a:lvl6pPr algn="l">
              <a:defRPr sz="1725" b="1" i="0">
                <a:solidFill>
                  <a:srgbClr val="13231B"/>
                </a:solidFill>
              </a:defRPr>
            </a:lvl6pPr>
            <a:lvl7pPr algn="l">
              <a:defRPr sz="1725" b="1" i="0">
                <a:solidFill>
                  <a:srgbClr val="13231B"/>
                </a:solidFill>
              </a:defRPr>
            </a:lvl7pPr>
            <a:lvl8pPr algn="l">
              <a:defRPr sz="1725" b="1" i="0">
                <a:solidFill>
                  <a:srgbClr val="13231B"/>
                </a:solidFill>
              </a:defRPr>
            </a:lvl8pPr>
            <a:lvl9pPr algn="l">
              <a:defRPr sz="1725" b="1" i="0">
                <a:solidFill>
                  <a:srgbClr val="13231B"/>
                </a:solidFill>
              </a:defRPr>
            </a:lvl9pPr>
          </a:lstStyle>
          <a:p xmlns:a="http://schemas.openxmlformats.org/drawingml/2006/main">
            <a:pPr algn="l">
              <a:defRPr sz="1725" b="1" i="0">
                <a:solidFill>
                  <a:srgbClr val="13231B"/>
                </a:solidFill>
              </a:defRPr>
            </a:pPr>
            <a:r>
              <a:rPr sz="1725" b="1" i="0">
                <a:solidFill>
                  <a:srgbClr val="13231B"/>
                </a:solidFill>
              </a:rPr>
              <a:t>2 processors  +  2 farmer collectives</a:t>
            </a:r>
          </a:p>
        </p:txBody>
      </p:sp>
      <p:sp>
        <p:nvSpPr>
          <p:cNvPr id="9" name="">
            <a:extLst xmlns:a="http://schemas.openxmlformats.org/drawingml/2006/main">
              <a:ext uri="{FF2B5EF4-FFF2-40B4-BE49-F238E27FC236}">
                <a16:creationId xmlns:a16="http://schemas.microsoft.com/office/drawing/2014/main" id="{2257BFAE-75AA-4D3E-B2FB-42CC60A90575}"/>
              </a:ext>
            </a:extLst>
          </p:cNvPr>
          <p:cNvSpPr>
            <a:spLocks xmlns:a="http://schemas.openxmlformats.org/drawingml/2006/main" noGrp="1"/>
          </p:cNvSpPr>
          <p:nvPr/>
        </p:nvSpPr>
        <p:spPr>
          <a:xfrm xmlns:a="http://schemas.openxmlformats.org/drawingml/2006/main">
            <a:off x="723900" y="3381375"/>
            <a:ext cx="485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i="0">
                <a:solidFill>
                  <a:srgbClr val="758078"/>
                </a:solidFill>
              </a:defRPr>
            </a:defPPr>
            <a:lvl1pPr algn="l">
              <a:defRPr sz="1500" b="0" i="0">
                <a:solidFill>
                  <a:srgbClr val="758078"/>
                </a:solidFill>
              </a:defRPr>
            </a:lvl1pPr>
            <a:lvl2pPr algn="l">
              <a:defRPr sz="1500" b="0" i="0">
                <a:solidFill>
                  <a:srgbClr val="758078"/>
                </a:solidFill>
              </a:defRPr>
            </a:lvl2pPr>
            <a:lvl3pPr algn="l">
              <a:defRPr sz="1500" b="0" i="0">
                <a:solidFill>
                  <a:srgbClr val="758078"/>
                </a:solidFill>
              </a:defRPr>
            </a:lvl3pPr>
            <a:lvl4pPr algn="l">
              <a:defRPr sz="1500" b="0" i="0">
                <a:solidFill>
                  <a:srgbClr val="758078"/>
                </a:solidFill>
              </a:defRPr>
            </a:lvl4pPr>
            <a:lvl5pPr algn="l">
              <a:defRPr sz="1500" b="0" i="0">
                <a:solidFill>
                  <a:srgbClr val="758078"/>
                </a:solidFill>
              </a:defRPr>
            </a:lvl5pPr>
            <a:lvl6pPr algn="l">
              <a:defRPr sz="1500" b="0" i="0">
                <a:solidFill>
                  <a:srgbClr val="758078"/>
                </a:solidFill>
              </a:defRPr>
            </a:lvl6pPr>
            <a:lvl7pPr algn="l">
              <a:defRPr sz="1500" b="0" i="0">
                <a:solidFill>
                  <a:srgbClr val="758078"/>
                </a:solidFill>
              </a:defRPr>
            </a:lvl7pPr>
            <a:lvl8pPr algn="l">
              <a:defRPr sz="1500" b="0" i="0">
                <a:solidFill>
                  <a:srgbClr val="758078"/>
                </a:solidFill>
              </a:defRPr>
            </a:lvl8pPr>
            <a:lvl9pPr algn="l">
              <a:defRPr sz="1500" b="0" i="0">
                <a:solidFill>
                  <a:srgbClr val="758078"/>
                </a:solidFill>
              </a:defRPr>
            </a:lvl9pPr>
          </a:lstStyle>
          <a:p xmlns:a="http://schemas.openxmlformats.org/drawingml/2006/main">
            <a:pPr algn="l">
              <a:defRPr sz="1500" b="0" i="0">
                <a:solidFill>
                  <a:srgbClr val="758078"/>
                </a:solidFill>
              </a:defRPr>
            </a:pPr>
            <a:r>
              <a:rPr sz="1500" b="0" i="0">
                <a:solidFill>
                  <a:srgbClr val="758078"/>
                </a:solidFill>
              </a:rPr>
              <a:t>One shared demand plan and lot trail, from estimate to receipt.</a:t>
            </a:r>
          </a:p>
        </p:txBody>
      </p:sp>
      <p:sp>
        <p:nvSpPr>
          <p:cNvPr id="10" name="">
            <a:extLst xmlns:a="http://schemas.openxmlformats.org/drawingml/2006/main">
              <a:ext uri="{FF2B5EF4-FFF2-40B4-BE49-F238E27FC236}">
                <a16:creationId xmlns:a16="http://schemas.microsoft.com/office/drawing/2014/main" id="{9A7245E7-F3FF-4B3C-A56A-D19EE8DFDCAF}"/>
              </a:ext>
            </a:extLst>
          </p:cNvPr>
          <p:cNvSpPr>
            <a:spLocks xmlns:a="http://schemas.openxmlformats.org/drawingml/2006/main" noGrp="1"/>
          </p:cNvSpPr>
          <p:nvPr/>
        </p:nvSpPr>
        <p:spPr>
          <a:xfrm xmlns:a="http://schemas.openxmlformats.org/drawingml/2006/main">
            <a:off x="6305550" y="1809750"/>
            <a:ext cx="19050" cy="37147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D8C0CF-AE4A-468F-8635-2325EE991636}"/>
              </a:ext>
            </a:extLst>
          </p:cNvPr>
          <p:cNvSpPr>
            <a:spLocks xmlns:a="http://schemas.openxmlformats.org/drawingml/2006/main" noGrp="1"/>
          </p:cNvSpPr>
          <p:nvPr/>
        </p:nvSpPr>
        <p:spPr>
          <a:xfrm xmlns:a="http://schemas.openxmlformats.org/drawingml/2006/main">
            <a:off x="6819900" y="1809750"/>
            <a:ext cx="461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PROPOSED TARGETS — TO VALIDATE</a:t>
            </a:r>
          </a:p>
        </p:txBody>
      </p:sp>
      <p:sp>
        <p:nvSpPr>
          <p:cNvPr id="12" name="">
            <a:extLst xmlns:a="http://schemas.openxmlformats.org/drawingml/2006/main">
              <a:ext uri="{FF2B5EF4-FFF2-40B4-BE49-F238E27FC236}">
                <a16:creationId xmlns:a16="http://schemas.microsoft.com/office/drawing/2014/main" id="{F23C5312-5BDA-4D49-849D-9E23393FD54A}"/>
              </a:ext>
            </a:extLst>
          </p:cNvPr>
          <p:cNvSpPr>
            <a:spLocks xmlns:a="http://schemas.openxmlformats.org/drawingml/2006/main" noGrp="1"/>
          </p:cNvSpPr>
          <p:nvPr/>
        </p:nvSpPr>
        <p:spPr>
          <a:xfrm xmlns:a="http://schemas.openxmlformats.org/drawingml/2006/main">
            <a:off x="6838950" y="2276475"/>
            <a:ext cx="1571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+20%</a:t>
            </a:r>
          </a:p>
        </p:txBody>
      </p:sp>
      <p:sp>
        <p:nvSpPr>
          <p:cNvPr id="13" name="">
            <a:extLst xmlns:a="http://schemas.openxmlformats.org/drawingml/2006/main">
              <a:ext uri="{FF2B5EF4-FFF2-40B4-BE49-F238E27FC236}">
                <a16:creationId xmlns:a16="http://schemas.microsoft.com/office/drawing/2014/main" id="{F5883074-CA86-4493-98E1-6385E634DA3B}"/>
              </a:ext>
            </a:extLst>
          </p:cNvPr>
          <p:cNvSpPr>
            <a:spLocks xmlns:a="http://schemas.openxmlformats.org/drawingml/2006/main" noGrp="1"/>
          </p:cNvSpPr>
          <p:nvPr/>
        </p:nvSpPr>
        <p:spPr>
          <a:xfrm xmlns:a="http://schemas.openxmlformats.org/drawingml/2006/main">
            <a:off x="8572500" y="23241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i="0">
                <a:solidFill>
                  <a:srgbClr val="13231B"/>
                </a:solidFill>
              </a:defRPr>
            </a:defPPr>
            <a:lvl1pPr algn="l">
              <a:defRPr sz="1425" b="0" i="0">
                <a:solidFill>
                  <a:srgbClr val="13231B"/>
                </a:solidFill>
              </a:defRPr>
            </a:lvl1pPr>
            <a:lvl2pPr algn="l">
              <a:defRPr sz="1425" b="0" i="0">
                <a:solidFill>
                  <a:srgbClr val="13231B"/>
                </a:solidFill>
              </a:defRPr>
            </a:lvl2pPr>
            <a:lvl3pPr algn="l">
              <a:defRPr sz="1425" b="0" i="0">
                <a:solidFill>
                  <a:srgbClr val="13231B"/>
                </a:solidFill>
              </a:defRPr>
            </a:lvl3pPr>
            <a:lvl4pPr algn="l">
              <a:defRPr sz="1425" b="0" i="0">
                <a:solidFill>
                  <a:srgbClr val="13231B"/>
                </a:solidFill>
              </a:defRPr>
            </a:lvl4pPr>
            <a:lvl5pPr algn="l">
              <a:defRPr sz="1425" b="0" i="0">
                <a:solidFill>
                  <a:srgbClr val="13231B"/>
                </a:solidFill>
              </a:defRPr>
            </a:lvl5pPr>
            <a:lvl6pPr algn="l">
              <a:defRPr sz="1425" b="0" i="0">
                <a:solidFill>
                  <a:srgbClr val="13231B"/>
                </a:solidFill>
              </a:defRPr>
            </a:lvl6pPr>
            <a:lvl7pPr algn="l">
              <a:defRPr sz="1425" b="0" i="0">
                <a:solidFill>
                  <a:srgbClr val="13231B"/>
                </a:solidFill>
              </a:defRPr>
            </a:lvl7pPr>
            <a:lvl8pPr algn="l">
              <a:defRPr sz="1425" b="0" i="0">
                <a:solidFill>
                  <a:srgbClr val="13231B"/>
                </a:solidFill>
              </a:defRPr>
            </a:lvl8pPr>
            <a:lvl9pPr algn="l">
              <a:defRPr sz="1425" b="0" i="0">
                <a:solidFill>
                  <a:srgbClr val="13231B"/>
                </a:solidFill>
              </a:defRPr>
            </a:lvl9pPr>
          </a:lstStyle>
          <a:p xmlns:a="http://schemas.openxmlformats.org/drawingml/2006/main">
            <a:pPr algn="l">
              <a:defRPr sz="1425" b="0" i="0">
                <a:solidFill>
                  <a:srgbClr val="13231B"/>
                </a:solidFill>
              </a:defRPr>
            </a:pPr>
            <a:r>
              <a:rPr sz="1425" b="0" i="0">
                <a:solidFill>
                  <a:srgbClr val="13231B"/>
                </a:solidFill>
              </a:rPr>
              <a:t>on-time fill rate</a:t>
            </a:r>
          </a:p>
        </p:txBody>
      </p:sp>
      <p:sp>
        <p:nvSpPr>
          <p:cNvPr id="14" name="">
            <a:extLst xmlns:a="http://schemas.openxmlformats.org/drawingml/2006/main">
              <a:ext uri="{FF2B5EF4-FFF2-40B4-BE49-F238E27FC236}">
                <a16:creationId xmlns:a16="http://schemas.microsoft.com/office/drawing/2014/main" id="{4F70F8B0-8BE8-41F9-8B27-EC346643C56F}"/>
              </a:ext>
            </a:extLst>
          </p:cNvPr>
          <p:cNvSpPr>
            <a:spLocks xmlns:a="http://schemas.openxmlformats.org/drawingml/2006/main" noGrp="1"/>
          </p:cNvSpPr>
          <p:nvPr/>
        </p:nvSpPr>
        <p:spPr>
          <a:xfrm xmlns:a="http://schemas.openxmlformats.org/drawingml/2006/main">
            <a:off x="6838950" y="2847975"/>
            <a:ext cx="440055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4B974D-1277-4382-A9CD-106888F534E0}"/>
              </a:ext>
            </a:extLst>
          </p:cNvPr>
          <p:cNvSpPr>
            <a:spLocks xmlns:a="http://schemas.openxmlformats.org/drawingml/2006/main" noGrp="1"/>
          </p:cNvSpPr>
          <p:nvPr/>
        </p:nvSpPr>
        <p:spPr>
          <a:xfrm xmlns:a="http://schemas.openxmlformats.org/drawingml/2006/main">
            <a:off x="6838950" y="3057525"/>
            <a:ext cx="1571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−15%</a:t>
            </a:r>
          </a:p>
        </p:txBody>
      </p:sp>
      <p:sp>
        <p:nvSpPr>
          <p:cNvPr id="16" name="">
            <a:extLst xmlns:a="http://schemas.openxmlformats.org/drawingml/2006/main">
              <a:ext uri="{FF2B5EF4-FFF2-40B4-BE49-F238E27FC236}">
                <a16:creationId xmlns:a16="http://schemas.microsoft.com/office/drawing/2014/main" id="{E15D497B-887F-4DB1-B9F7-C48E43CCFED8}"/>
              </a:ext>
            </a:extLst>
          </p:cNvPr>
          <p:cNvSpPr>
            <a:spLocks xmlns:a="http://schemas.openxmlformats.org/drawingml/2006/main" noGrp="1"/>
          </p:cNvSpPr>
          <p:nvPr/>
        </p:nvSpPr>
        <p:spPr>
          <a:xfrm xmlns:a="http://schemas.openxmlformats.org/drawingml/2006/main">
            <a:off x="8572500" y="31051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i="0">
                <a:solidFill>
                  <a:srgbClr val="13231B"/>
                </a:solidFill>
              </a:defRPr>
            </a:defPPr>
            <a:lvl1pPr algn="l">
              <a:defRPr sz="1425" b="0" i="0">
                <a:solidFill>
                  <a:srgbClr val="13231B"/>
                </a:solidFill>
              </a:defRPr>
            </a:lvl1pPr>
            <a:lvl2pPr algn="l">
              <a:defRPr sz="1425" b="0" i="0">
                <a:solidFill>
                  <a:srgbClr val="13231B"/>
                </a:solidFill>
              </a:defRPr>
            </a:lvl2pPr>
            <a:lvl3pPr algn="l">
              <a:defRPr sz="1425" b="0" i="0">
                <a:solidFill>
                  <a:srgbClr val="13231B"/>
                </a:solidFill>
              </a:defRPr>
            </a:lvl3pPr>
            <a:lvl4pPr algn="l">
              <a:defRPr sz="1425" b="0" i="0">
                <a:solidFill>
                  <a:srgbClr val="13231B"/>
                </a:solidFill>
              </a:defRPr>
            </a:lvl4pPr>
            <a:lvl5pPr algn="l">
              <a:defRPr sz="1425" b="0" i="0">
                <a:solidFill>
                  <a:srgbClr val="13231B"/>
                </a:solidFill>
              </a:defRPr>
            </a:lvl5pPr>
            <a:lvl6pPr algn="l">
              <a:defRPr sz="1425" b="0" i="0">
                <a:solidFill>
                  <a:srgbClr val="13231B"/>
                </a:solidFill>
              </a:defRPr>
            </a:lvl6pPr>
            <a:lvl7pPr algn="l">
              <a:defRPr sz="1425" b="0" i="0">
                <a:solidFill>
                  <a:srgbClr val="13231B"/>
                </a:solidFill>
              </a:defRPr>
            </a:lvl7pPr>
            <a:lvl8pPr algn="l">
              <a:defRPr sz="1425" b="0" i="0">
                <a:solidFill>
                  <a:srgbClr val="13231B"/>
                </a:solidFill>
              </a:defRPr>
            </a:lvl8pPr>
            <a:lvl9pPr algn="l">
              <a:defRPr sz="1425" b="0" i="0">
                <a:solidFill>
                  <a:srgbClr val="13231B"/>
                </a:solidFill>
              </a:defRPr>
            </a:lvl9pPr>
          </a:lstStyle>
          <a:p xmlns:a="http://schemas.openxmlformats.org/drawingml/2006/main">
            <a:pPr algn="l">
              <a:defRPr sz="1425" b="0" i="0">
                <a:solidFill>
                  <a:srgbClr val="13231B"/>
                </a:solidFill>
              </a:defRPr>
            </a:pPr>
            <a:r>
              <a:rPr sz="1425" b="0" i="0">
                <a:solidFill>
                  <a:srgbClr val="13231B"/>
                </a:solidFill>
              </a:rPr>
              <a:t>quantity variance</a:t>
            </a:r>
          </a:p>
        </p:txBody>
      </p:sp>
      <p:sp>
        <p:nvSpPr>
          <p:cNvPr id="17" name="">
            <a:extLst xmlns:a="http://schemas.openxmlformats.org/drawingml/2006/main">
              <a:ext uri="{FF2B5EF4-FFF2-40B4-BE49-F238E27FC236}">
                <a16:creationId xmlns:a16="http://schemas.microsoft.com/office/drawing/2014/main" id="{DE11EF35-A034-46E0-B22C-E13B2C7A3355}"/>
              </a:ext>
            </a:extLst>
          </p:cNvPr>
          <p:cNvSpPr>
            <a:spLocks xmlns:a="http://schemas.openxmlformats.org/drawingml/2006/main" noGrp="1"/>
          </p:cNvSpPr>
          <p:nvPr/>
        </p:nvSpPr>
        <p:spPr>
          <a:xfrm xmlns:a="http://schemas.openxmlformats.org/drawingml/2006/main">
            <a:off x="6838950" y="3629025"/>
            <a:ext cx="440055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B12EDB9-6D6F-4528-8415-E5BEF4D1EB89}"/>
              </a:ext>
            </a:extLst>
          </p:cNvPr>
          <p:cNvSpPr>
            <a:spLocks xmlns:a="http://schemas.openxmlformats.org/drawingml/2006/main" noGrp="1"/>
          </p:cNvSpPr>
          <p:nvPr/>
        </p:nvSpPr>
        <p:spPr>
          <a:xfrm xmlns:a="http://schemas.openxmlformats.org/drawingml/2006/main">
            <a:off x="6838950" y="3838575"/>
            <a:ext cx="1571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100%</a:t>
            </a:r>
          </a:p>
        </p:txBody>
      </p:sp>
      <p:sp>
        <p:nvSpPr>
          <p:cNvPr id="19" name="">
            <a:extLst xmlns:a="http://schemas.openxmlformats.org/drawingml/2006/main">
              <a:ext uri="{FF2B5EF4-FFF2-40B4-BE49-F238E27FC236}">
                <a16:creationId xmlns:a16="http://schemas.microsoft.com/office/drawing/2014/main" id="{FC846999-3EC7-4C4B-BB62-38AD68D66205}"/>
              </a:ext>
            </a:extLst>
          </p:cNvPr>
          <p:cNvSpPr>
            <a:spLocks xmlns:a="http://schemas.openxmlformats.org/drawingml/2006/main" noGrp="1"/>
          </p:cNvSpPr>
          <p:nvPr/>
        </p:nvSpPr>
        <p:spPr>
          <a:xfrm xmlns:a="http://schemas.openxmlformats.org/drawingml/2006/main">
            <a:off x="8572500" y="38862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i="0">
                <a:solidFill>
                  <a:srgbClr val="13231B"/>
                </a:solidFill>
              </a:defRPr>
            </a:defPPr>
            <a:lvl1pPr algn="l">
              <a:defRPr sz="1425" b="0" i="0">
                <a:solidFill>
                  <a:srgbClr val="13231B"/>
                </a:solidFill>
              </a:defRPr>
            </a:lvl1pPr>
            <a:lvl2pPr algn="l">
              <a:defRPr sz="1425" b="0" i="0">
                <a:solidFill>
                  <a:srgbClr val="13231B"/>
                </a:solidFill>
              </a:defRPr>
            </a:lvl2pPr>
            <a:lvl3pPr algn="l">
              <a:defRPr sz="1425" b="0" i="0">
                <a:solidFill>
                  <a:srgbClr val="13231B"/>
                </a:solidFill>
              </a:defRPr>
            </a:lvl3pPr>
            <a:lvl4pPr algn="l">
              <a:defRPr sz="1425" b="0" i="0">
                <a:solidFill>
                  <a:srgbClr val="13231B"/>
                </a:solidFill>
              </a:defRPr>
            </a:lvl4pPr>
            <a:lvl5pPr algn="l">
              <a:defRPr sz="1425" b="0" i="0">
                <a:solidFill>
                  <a:srgbClr val="13231B"/>
                </a:solidFill>
              </a:defRPr>
            </a:lvl5pPr>
            <a:lvl6pPr algn="l">
              <a:defRPr sz="1425" b="0" i="0">
                <a:solidFill>
                  <a:srgbClr val="13231B"/>
                </a:solidFill>
              </a:defRPr>
            </a:lvl6pPr>
            <a:lvl7pPr algn="l">
              <a:defRPr sz="1425" b="0" i="0">
                <a:solidFill>
                  <a:srgbClr val="13231B"/>
                </a:solidFill>
              </a:defRPr>
            </a:lvl7pPr>
            <a:lvl8pPr algn="l">
              <a:defRPr sz="1425" b="0" i="0">
                <a:solidFill>
                  <a:srgbClr val="13231B"/>
                </a:solidFill>
              </a:defRPr>
            </a:lvl8pPr>
            <a:lvl9pPr algn="l">
              <a:defRPr sz="1425" b="0" i="0">
                <a:solidFill>
                  <a:srgbClr val="13231B"/>
                </a:solidFill>
              </a:defRPr>
            </a:lvl9pPr>
          </a:lstStyle>
          <a:p xmlns:a="http://schemas.openxmlformats.org/drawingml/2006/main">
            <a:pPr algn="l">
              <a:defRPr sz="1425" b="0" i="0">
                <a:solidFill>
                  <a:srgbClr val="13231B"/>
                </a:solidFill>
              </a:defRPr>
            </a:pPr>
            <a:r>
              <a:rPr sz="1425" b="0" i="0">
                <a:solidFill>
                  <a:srgbClr val="13231B"/>
                </a:solidFill>
              </a:rPr>
              <a:t>compliance readiness</a:t>
            </a:r>
          </a:p>
        </p:txBody>
      </p:sp>
      <p:sp>
        <p:nvSpPr>
          <p:cNvPr id="20" name="">
            <a:extLst xmlns:a="http://schemas.openxmlformats.org/drawingml/2006/main">
              <a:ext uri="{FF2B5EF4-FFF2-40B4-BE49-F238E27FC236}">
                <a16:creationId xmlns:a16="http://schemas.microsoft.com/office/drawing/2014/main" id="{7B4542E4-EC0E-4816-A8D0-2994C547018B}"/>
              </a:ext>
            </a:extLst>
          </p:cNvPr>
          <p:cNvSpPr>
            <a:spLocks xmlns:a="http://schemas.openxmlformats.org/drawingml/2006/main" noGrp="1"/>
          </p:cNvSpPr>
          <p:nvPr/>
        </p:nvSpPr>
        <p:spPr>
          <a:xfrm xmlns:a="http://schemas.openxmlformats.org/drawingml/2006/main">
            <a:off x="6838950" y="4410075"/>
            <a:ext cx="4400550" cy="9525"/>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35B4B10-3CEA-4457-93C4-B1E95BC125A2}"/>
              </a:ext>
            </a:extLst>
          </p:cNvPr>
          <p:cNvSpPr>
            <a:spLocks xmlns:a="http://schemas.openxmlformats.org/drawingml/2006/main" noGrp="1"/>
          </p:cNvSpPr>
          <p:nvPr/>
        </p:nvSpPr>
        <p:spPr>
          <a:xfrm xmlns:a="http://schemas.openxmlformats.org/drawingml/2006/main">
            <a:off x="6838950" y="4619625"/>
            <a:ext cx="1571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1" i="0">
                <a:solidFill>
                  <a:srgbClr val="163E2D"/>
                </a:solidFill>
              </a:defRPr>
            </a:defPPr>
            <a:lvl1pPr algn="l">
              <a:defRPr sz="2325" b="1" i="0">
                <a:solidFill>
                  <a:srgbClr val="163E2D"/>
                </a:solidFill>
              </a:defRPr>
            </a:lvl1pPr>
            <a:lvl2pPr algn="l">
              <a:defRPr sz="2325" b="1" i="0">
                <a:solidFill>
                  <a:srgbClr val="163E2D"/>
                </a:solidFill>
              </a:defRPr>
            </a:lvl2pPr>
            <a:lvl3pPr algn="l">
              <a:defRPr sz="2325" b="1" i="0">
                <a:solidFill>
                  <a:srgbClr val="163E2D"/>
                </a:solidFill>
              </a:defRPr>
            </a:lvl3pPr>
            <a:lvl4pPr algn="l">
              <a:defRPr sz="2325" b="1" i="0">
                <a:solidFill>
                  <a:srgbClr val="163E2D"/>
                </a:solidFill>
              </a:defRPr>
            </a:lvl4pPr>
            <a:lvl5pPr algn="l">
              <a:defRPr sz="2325" b="1" i="0">
                <a:solidFill>
                  <a:srgbClr val="163E2D"/>
                </a:solidFill>
              </a:defRPr>
            </a:lvl5pPr>
            <a:lvl6pPr algn="l">
              <a:defRPr sz="2325" b="1" i="0">
                <a:solidFill>
                  <a:srgbClr val="163E2D"/>
                </a:solidFill>
              </a:defRPr>
            </a:lvl6pPr>
            <a:lvl7pPr algn="l">
              <a:defRPr sz="2325" b="1" i="0">
                <a:solidFill>
                  <a:srgbClr val="163E2D"/>
                </a:solidFill>
              </a:defRPr>
            </a:lvl7pPr>
            <a:lvl8pPr algn="l">
              <a:defRPr sz="2325" b="1" i="0">
                <a:solidFill>
                  <a:srgbClr val="163E2D"/>
                </a:solidFill>
              </a:defRPr>
            </a:lvl8pPr>
            <a:lvl9pPr algn="l">
              <a:defRPr sz="2325" b="1" i="0">
                <a:solidFill>
                  <a:srgbClr val="163E2D"/>
                </a:solidFill>
              </a:defRPr>
            </a:lvl9pPr>
          </a:lstStyle>
          <a:p xmlns:a="http://schemas.openxmlformats.org/drawingml/2006/main">
            <a:pPr algn="l">
              <a:defRPr sz="2325" b="1" i="0">
                <a:solidFill>
                  <a:srgbClr val="163E2D"/>
                </a:solidFill>
              </a:defRPr>
            </a:pPr>
            <a:r>
              <a:rPr sz="2325" b="1" i="0">
                <a:solidFill>
                  <a:srgbClr val="163E2D"/>
                </a:solidFill>
              </a:rPr>
              <a:t>100%</a:t>
            </a:r>
          </a:p>
        </p:txBody>
      </p:sp>
      <p:sp>
        <p:nvSpPr>
          <p:cNvPr id="22" name="">
            <a:extLst xmlns:a="http://schemas.openxmlformats.org/drawingml/2006/main">
              <a:ext uri="{FF2B5EF4-FFF2-40B4-BE49-F238E27FC236}">
                <a16:creationId xmlns:a16="http://schemas.microsoft.com/office/drawing/2014/main" id="{3A1D5003-4FD4-402C-8E26-E0A0480FB854}"/>
              </a:ext>
            </a:extLst>
          </p:cNvPr>
          <p:cNvSpPr>
            <a:spLocks xmlns:a="http://schemas.openxmlformats.org/drawingml/2006/main" noGrp="1"/>
          </p:cNvSpPr>
          <p:nvPr/>
        </p:nvSpPr>
        <p:spPr>
          <a:xfrm xmlns:a="http://schemas.openxmlformats.org/drawingml/2006/main">
            <a:off x="8572500" y="46672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i="0">
                <a:solidFill>
                  <a:srgbClr val="13231B"/>
                </a:solidFill>
              </a:defRPr>
            </a:defPPr>
            <a:lvl1pPr algn="l">
              <a:defRPr sz="1425" b="0" i="0">
                <a:solidFill>
                  <a:srgbClr val="13231B"/>
                </a:solidFill>
              </a:defRPr>
            </a:lvl1pPr>
            <a:lvl2pPr algn="l">
              <a:defRPr sz="1425" b="0" i="0">
                <a:solidFill>
                  <a:srgbClr val="13231B"/>
                </a:solidFill>
              </a:defRPr>
            </a:lvl2pPr>
            <a:lvl3pPr algn="l">
              <a:defRPr sz="1425" b="0" i="0">
                <a:solidFill>
                  <a:srgbClr val="13231B"/>
                </a:solidFill>
              </a:defRPr>
            </a:lvl3pPr>
            <a:lvl4pPr algn="l">
              <a:defRPr sz="1425" b="0" i="0">
                <a:solidFill>
                  <a:srgbClr val="13231B"/>
                </a:solidFill>
              </a:defRPr>
            </a:lvl4pPr>
            <a:lvl5pPr algn="l">
              <a:defRPr sz="1425" b="0" i="0">
                <a:solidFill>
                  <a:srgbClr val="13231B"/>
                </a:solidFill>
              </a:defRPr>
            </a:lvl5pPr>
            <a:lvl6pPr algn="l">
              <a:defRPr sz="1425" b="0" i="0">
                <a:solidFill>
                  <a:srgbClr val="13231B"/>
                </a:solidFill>
              </a:defRPr>
            </a:lvl6pPr>
            <a:lvl7pPr algn="l">
              <a:defRPr sz="1425" b="0" i="0">
                <a:solidFill>
                  <a:srgbClr val="13231B"/>
                </a:solidFill>
              </a:defRPr>
            </a:lvl7pPr>
            <a:lvl8pPr algn="l">
              <a:defRPr sz="1425" b="0" i="0">
                <a:solidFill>
                  <a:srgbClr val="13231B"/>
                </a:solidFill>
              </a:defRPr>
            </a:lvl8pPr>
            <a:lvl9pPr algn="l">
              <a:defRPr sz="1425" b="0" i="0">
                <a:solidFill>
                  <a:srgbClr val="13231B"/>
                </a:solidFill>
              </a:defRPr>
            </a:lvl9pPr>
          </a:lstStyle>
          <a:p xmlns:a="http://schemas.openxmlformats.org/drawingml/2006/main">
            <a:pPr algn="l">
              <a:defRPr sz="1425" b="0" i="0">
                <a:solidFill>
                  <a:srgbClr val="13231B"/>
                </a:solidFill>
              </a:defRPr>
            </a:pPr>
            <a:r>
              <a:rPr sz="1425" b="0" i="0">
                <a:solidFill>
                  <a:srgbClr val="13231B"/>
                </a:solidFill>
              </a:rPr>
              <a:t>pass on 24-hour record retrieval</a:t>
            </a:r>
          </a:p>
        </p:txBody>
      </p:sp>
      <p:sp>
        <p:nvSpPr>
          <p:cNvPr id="23" name="">
            <a:extLst xmlns:a="http://schemas.openxmlformats.org/drawingml/2006/main">
              <a:ext uri="{FF2B5EF4-FFF2-40B4-BE49-F238E27FC236}">
                <a16:creationId xmlns:a16="http://schemas.microsoft.com/office/drawing/2014/main" id="{7CDACA7D-826F-4FD1-9B33-E024B3302BE5}"/>
              </a:ext>
            </a:extLst>
          </p:cNvPr>
          <p:cNvSpPr>
            <a:spLocks xmlns:a="http://schemas.openxmlformats.org/drawingml/2006/main" noGrp="1"/>
          </p:cNvSpPr>
          <p:nvPr/>
        </p:nvSpPr>
        <p:spPr>
          <a:xfrm xmlns:a="http://schemas.openxmlformats.org/drawingml/2006/main">
            <a:off x="723900" y="560070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i="1">
                <a:solidFill>
                  <a:srgbClr val="758078"/>
                </a:solidFill>
              </a:defRPr>
            </a:defPPr>
            <a:lvl1pPr algn="l">
              <a:defRPr sz="1200" b="0" i="1">
                <a:solidFill>
                  <a:srgbClr val="758078"/>
                </a:solidFill>
              </a:defRPr>
            </a:lvl1pPr>
            <a:lvl2pPr algn="l">
              <a:defRPr sz="1200" b="0" i="1">
                <a:solidFill>
                  <a:srgbClr val="758078"/>
                </a:solidFill>
              </a:defRPr>
            </a:lvl2pPr>
            <a:lvl3pPr algn="l">
              <a:defRPr sz="1200" b="0" i="1">
                <a:solidFill>
                  <a:srgbClr val="758078"/>
                </a:solidFill>
              </a:defRPr>
            </a:lvl3pPr>
            <a:lvl4pPr algn="l">
              <a:defRPr sz="1200" b="0" i="1">
                <a:solidFill>
                  <a:srgbClr val="758078"/>
                </a:solidFill>
              </a:defRPr>
            </a:lvl4pPr>
            <a:lvl5pPr algn="l">
              <a:defRPr sz="1200" b="0" i="1">
                <a:solidFill>
                  <a:srgbClr val="758078"/>
                </a:solidFill>
              </a:defRPr>
            </a:lvl5pPr>
            <a:lvl6pPr algn="l">
              <a:defRPr sz="1200" b="0" i="1">
                <a:solidFill>
                  <a:srgbClr val="758078"/>
                </a:solidFill>
              </a:defRPr>
            </a:lvl6pPr>
            <a:lvl7pPr algn="l">
              <a:defRPr sz="1200" b="0" i="1">
                <a:solidFill>
                  <a:srgbClr val="758078"/>
                </a:solidFill>
              </a:defRPr>
            </a:lvl7pPr>
            <a:lvl8pPr algn="l">
              <a:defRPr sz="1200" b="0" i="1">
                <a:solidFill>
                  <a:srgbClr val="758078"/>
                </a:solidFill>
              </a:defRPr>
            </a:lvl8pPr>
            <a:lvl9pPr algn="l">
              <a:defRPr sz="1200" b="0" i="1">
                <a:solidFill>
                  <a:srgbClr val="758078"/>
                </a:solidFill>
              </a:defRPr>
            </a:lvl9pPr>
          </a:lstStyle>
          <a:p xmlns:a="http://schemas.openxmlformats.org/drawingml/2006/main">
            <a:pPr algn="l">
              <a:defRPr sz="1200" b="0" i="1">
                <a:solidFill>
                  <a:srgbClr val="758078"/>
                </a:solidFill>
              </a:defRPr>
            </a:pPr>
            <a:r>
              <a:rPr sz="1200" b="0" i="1">
                <a:solidFill>
                  <a:srgbClr val="758078"/>
                </a:solidFill>
              </a:rPr>
              <a:t>Pilot outline and targets are proposals from the supplied brief, not results.</a:t>
            </a:r>
          </a:p>
        </p:txBody>
      </p:sp>
    </p:spTree>
    <p:extLst>
      <p:ext uri="{BB962C8B-B14F-4D97-AF65-F5344CB8AC3E}">
        <p14:creationId xmlns:p14="http://schemas.microsoft.com/office/powerpoint/2010/main" val="346315895"/>
      </p:ext>
    </p:extLst>
  </p:cSld>
</p:sld>
</file>

<file path=ppt/slides/slide10.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88D8122-48A0-4508-B33D-451E537D187B}"/>
              </a:ext>
            </a:extLst>
          </p:cNvPr>
          <p:cNvSpPr>
            <a:spLocks xmlns:a="http://schemas.openxmlformats.org/drawingml/2006/main" noGrp="1"/>
          </p:cNvSpPr>
          <p:nvPr/>
        </p:nvSpPr>
        <p:spPr>
          <a:xfrm xmlns:a="http://schemas.openxmlformats.org/drawingml/2006/main">
            <a:off x="685800" y="3238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163E2D"/>
                </a:solidFill>
              </a:defRPr>
            </a:defPPr>
            <a:lvl1pPr algn="l">
              <a:defRPr sz="1050" b="1" i="0">
                <a:solidFill>
                  <a:srgbClr val="163E2D"/>
                </a:solidFill>
              </a:defRPr>
            </a:lvl1pPr>
            <a:lvl2pPr algn="l">
              <a:defRPr sz="1050" b="1" i="0">
                <a:solidFill>
                  <a:srgbClr val="163E2D"/>
                </a:solidFill>
              </a:defRPr>
            </a:lvl2pPr>
            <a:lvl3pPr algn="l">
              <a:defRPr sz="1050" b="1" i="0">
                <a:solidFill>
                  <a:srgbClr val="163E2D"/>
                </a:solidFill>
              </a:defRPr>
            </a:lvl3pPr>
            <a:lvl4pPr algn="l">
              <a:defRPr sz="1050" b="1" i="0">
                <a:solidFill>
                  <a:srgbClr val="163E2D"/>
                </a:solidFill>
              </a:defRPr>
            </a:lvl4pPr>
            <a:lvl5pPr algn="l">
              <a:defRPr sz="1050" b="1" i="0">
                <a:solidFill>
                  <a:srgbClr val="163E2D"/>
                </a:solidFill>
              </a:defRPr>
            </a:lvl5pPr>
            <a:lvl6pPr algn="l">
              <a:defRPr sz="1050" b="1" i="0">
                <a:solidFill>
                  <a:srgbClr val="163E2D"/>
                </a:solidFill>
              </a:defRPr>
            </a:lvl6pPr>
            <a:lvl7pPr algn="l">
              <a:defRPr sz="1050" b="1" i="0">
                <a:solidFill>
                  <a:srgbClr val="163E2D"/>
                </a:solidFill>
              </a:defRPr>
            </a:lvl7pPr>
            <a:lvl8pPr algn="l">
              <a:defRPr sz="1050" b="1" i="0">
                <a:solidFill>
                  <a:srgbClr val="163E2D"/>
                </a:solidFill>
              </a:defRPr>
            </a:lvl8pPr>
            <a:lvl9pPr algn="l">
              <a:defRPr sz="1050" b="1" i="0">
                <a:solidFill>
                  <a:srgbClr val="163E2D"/>
                </a:solidFill>
              </a:defRPr>
            </a:lvl9pPr>
          </a:lstStyle>
          <a:p xmlns:a="http://schemas.openxmlformats.org/drawingml/2006/main">
            <a:pPr algn="l">
              <a:defRPr sz="1050" b="1" i="0">
                <a:solidFill>
                  <a:srgbClr val="163E2D"/>
                </a:solidFill>
              </a:defRPr>
            </a:pPr>
            <a:r>
              <a:rPr sz="1050" b="1" i="0">
                <a:solidFill>
                  <a:srgbClr val="163E2D"/>
                </a:solidFill>
              </a:rPr>
              <a:t>09  /  EXECUTION ROADMAP</a:t>
            </a:r>
          </a:p>
        </p:txBody>
      </p:sp>
      <p:sp>
        <p:nvSpPr>
          <p:cNvPr id="2" name="">
            <a:extLst xmlns:a="http://schemas.openxmlformats.org/drawingml/2006/main">
              <a:ext uri="{FF2B5EF4-FFF2-40B4-BE49-F238E27FC236}">
                <a16:creationId xmlns:a16="http://schemas.microsoft.com/office/drawing/2014/main" id="{4ED64E57-84CF-4C1C-99B4-CF43CE604A88}"/>
              </a:ext>
            </a:extLst>
          </p:cNvPr>
          <p:cNvSpPr>
            <a:spLocks xmlns:a="http://schemas.openxmlformats.org/drawingml/2006/main" noGrp="1"/>
          </p:cNvSpPr>
          <p:nvPr/>
        </p:nvSpPr>
        <p:spPr>
          <a:xfrm xmlns:a="http://schemas.openxmlformats.org/drawingml/2006/main">
            <a:off x="685800" y="695325"/>
            <a:ext cx="10820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450" b="1" i="0">
                <a:solidFill>
                  <a:srgbClr val="13231B"/>
                </a:solidFill>
              </a:defRPr>
            </a:defPPr>
            <a:lvl1pPr algn="l">
              <a:defRPr sz="3450" b="1" i="0">
                <a:solidFill>
                  <a:srgbClr val="13231B"/>
                </a:solidFill>
              </a:defRPr>
            </a:lvl1pPr>
            <a:lvl2pPr algn="l">
              <a:defRPr sz="3450" b="1" i="0">
                <a:solidFill>
                  <a:srgbClr val="13231B"/>
                </a:solidFill>
              </a:defRPr>
            </a:lvl2pPr>
            <a:lvl3pPr algn="l">
              <a:defRPr sz="3450" b="1" i="0">
                <a:solidFill>
                  <a:srgbClr val="13231B"/>
                </a:solidFill>
              </a:defRPr>
            </a:lvl3pPr>
            <a:lvl4pPr algn="l">
              <a:defRPr sz="3450" b="1" i="0">
                <a:solidFill>
                  <a:srgbClr val="13231B"/>
                </a:solidFill>
              </a:defRPr>
            </a:lvl4pPr>
            <a:lvl5pPr algn="l">
              <a:defRPr sz="3450" b="1" i="0">
                <a:solidFill>
                  <a:srgbClr val="13231B"/>
                </a:solidFill>
              </a:defRPr>
            </a:lvl5pPr>
            <a:lvl6pPr algn="l">
              <a:defRPr sz="3450" b="1" i="0">
                <a:solidFill>
                  <a:srgbClr val="13231B"/>
                </a:solidFill>
              </a:defRPr>
            </a:lvl6pPr>
            <a:lvl7pPr algn="l">
              <a:defRPr sz="3450" b="1" i="0">
                <a:solidFill>
                  <a:srgbClr val="13231B"/>
                </a:solidFill>
              </a:defRPr>
            </a:lvl7pPr>
            <a:lvl8pPr algn="l">
              <a:defRPr sz="3450" b="1" i="0">
                <a:solidFill>
                  <a:srgbClr val="13231B"/>
                </a:solidFill>
              </a:defRPr>
            </a:lvl8pPr>
            <a:lvl9pPr algn="l">
              <a:defRPr sz="3450" b="1" i="0">
                <a:solidFill>
                  <a:srgbClr val="13231B"/>
                </a:solidFill>
              </a:defRPr>
            </a:lvl9pPr>
          </a:lstStyle>
          <a:p xmlns:a="http://schemas.openxmlformats.org/drawingml/2006/main">
            <a:pPr algn="l">
              <a:defRPr sz="3450" b="1" i="0">
                <a:solidFill>
                  <a:srgbClr val="13231B"/>
                </a:solidFill>
              </a:defRPr>
            </a:pPr>
            <a:r>
              <a:rPr sz="3450" b="1" i="0">
                <a:solidFill>
                  <a:srgbClr val="13231B"/>
                </a:solidFill>
              </a:rPr>
              <a:t>Build the smallest loop that proves the value</a:t>
            </a:r>
          </a:p>
        </p:txBody>
      </p:sp>
      <p:sp>
        <p:nvSpPr>
          <p:cNvPr id="3" name="">
            <a:extLst xmlns:a="http://schemas.openxmlformats.org/drawingml/2006/main">
              <a:ext uri="{FF2B5EF4-FFF2-40B4-BE49-F238E27FC236}">
                <a16:creationId xmlns:a16="http://schemas.microsoft.com/office/drawing/2014/main" id="{1AC0F232-24BA-47DE-BDB1-C5B0E52E0832}"/>
              </a:ext>
            </a:extLst>
          </p:cNvPr>
          <p:cNvSpPr>
            <a:spLocks xmlns:a="http://schemas.openxmlformats.org/drawingml/2006/main" noGrp="1"/>
          </p:cNvSpPr>
          <p:nvPr/>
        </p:nvSpPr>
        <p:spPr>
          <a:xfrm xmlns:a="http://schemas.openxmlformats.org/drawingml/2006/main">
            <a:off x="685800" y="6438900"/>
            <a:ext cx="108204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03DBA6-CF0B-4712-9E17-7A0712193B4E}"/>
              </a:ext>
            </a:extLst>
          </p:cNvPr>
          <p:cNvSpPr>
            <a:spLocks xmlns:a="http://schemas.openxmlformats.org/drawingml/2006/main" noGrp="1"/>
          </p:cNvSpPr>
          <p:nvPr/>
        </p:nvSpPr>
        <p:spPr>
          <a:xfrm xmlns:a="http://schemas.openxmlformats.org/drawingml/2006/main">
            <a:off x="685800" y="65341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lgn="l">
              <a:defRPr sz="900" b="1" i="0">
                <a:solidFill>
                  <a:srgbClr val="758078"/>
                </a:solidFill>
              </a:defRPr>
            </a:defPPr>
            <a:lvl1pPr algn="l">
              <a:defRPr sz="900" b="1" i="0">
                <a:solidFill>
                  <a:srgbClr val="758078"/>
                </a:solidFill>
              </a:defRPr>
            </a:lvl1pPr>
            <a:lvl2pPr algn="l">
              <a:defRPr sz="900" b="1" i="0">
                <a:solidFill>
                  <a:srgbClr val="758078"/>
                </a:solidFill>
              </a:defRPr>
            </a:lvl2pPr>
            <a:lvl3pPr algn="l">
              <a:defRPr sz="900" b="1" i="0">
                <a:solidFill>
                  <a:srgbClr val="758078"/>
                </a:solidFill>
              </a:defRPr>
            </a:lvl3pPr>
            <a:lvl4pPr algn="l">
              <a:defRPr sz="900" b="1" i="0">
                <a:solidFill>
                  <a:srgbClr val="758078"/>
                </a:solidFill>
              </a:defRPr>
            </a:lvl4pPr>
            <a:lvl5pPr algn="l">
              <a:defRPr sz="900" b="1" i="0">
                <a:solidFill>
                  <a:srgbClr val="758078"/>
                </a:solidFill>
              </a:defRPr>
            </a:lvl5pPr>
            <a:lvl6pPr algn="l">
              <a:defRPr sz="900" b="1" i="0">
                <a:solidFill>
                  <a:srgbClr val="758078"/>
                </a:solidFill>
              </a:defRPr>
            </a:lvl6pPr>
            <a:lvl7pPr algn="l">
              <a:defRPr sz="900" b="1" i="0">
                <a:solidFill>
                  <a:srgbClr val="758078"/>
                </a:solidFill>
              </a:defRPr>
            </a:lvl7pPr>
            <a:lvl8pPr algn="l">
              <a:defRPr sz="900" b="1" i="0">
                <a:solidFill>
                  <a:srgbClr val="758078"/>
                </a:solidFill>
              </a:defRPr>
            </a:lvl8pPr>
            <a:lvl9pPr algn="l">
              <a:defRPr sz="900" b="1" i="0">
                <a:solidFill>
                  <a:srgbClr val="758078"/>
                </a:solidFill>
              </a:defRPr>
            </a:lvl9pPr>
          </a:lstStyle>
          <a:p xmlns:a="http://schemas.openxmlformats.org/drawingml/2006/main">
            <a:pPr algn="l">
              <a:defRPr sz="900" b="1" i="0">
                <a:solidFill>
                  <a:srgbClr val="758078"/>
                </a:solidFill>
              </a:defRPr>
            </a:pPr>
            <a:r>
              <a:rPr sz="900" b="1" i="0">
                <a:solidFill>
                  <a:srgbClr val="758078"/>
                </a:solidFill>
              </a:rPr>
              <a:t>COMPLIKART  /  SUPPLYSURE</a:t>
            </a:r>
          </a:p>
        </p:txBody>
      </p:sp>
      <p:sp>
        <p:nvSpPr>
          <p:cNvPr id="5" name="">
            <a:extLst xmlns:a="http://schemas.openxmlformats.org/drawingml/2006/main">
              <a:ext uri="{FF2B5EF4-FFF2-40B4-BE49-F238E27FC236}">
                <a16:creationId xmlns:a16="http://schemas.microsoft.com/office/drawing/2014/main" id="{85D34C1D-FBD2-4ED1-B66C-C95C40DD1748}"/>
              </a:ext>
            </a:extLst>
          </p:cNvPr>
          <p:cNvSpPr>
            <a:spLocks xmlns:a="http://schemas.openxmlformats.org/drawingml/2006/main" noGrp="1"/>
          </p:cNvSpPr>
          <p:nvPr/>
        </p:nvSpPr>
        <p:spPr>
          <a:xfrm xmlns:a="http://schemas.openxmlformats.org/drawingml/2006/main">
            <a:off x="11096625" y="6496050"/>
            <a:ext cx="409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97"/>
          </a:bodyPr>
          <a:lstStyle xmlns:a="http://schemas.openxmlformats.org/drawingml/2006/main">
            <a:defPPr algn="r">
              <a:defRPr sz="975" b="1" i="0">
                <a:solidFill>
                  <a:srgbClr val="758078"/>
                </a:solidFill>
              </a:defRPr>
            </a:defPPr>
            <a:lvl1pPr algn="r">
              <a:defRPr sz="975" b="1" i="0">
                <a:solidFill>
                  <a:srgbClr val="758078"/>
                </a:solidFill>
              </a:defRPr>
            </a:lvl1pPr>
            <a:lvl2pPr algn="r">
              <a:defRPr sz="975" b="1" i="0">
                <a:solidFill>
                  <a:srgbClr val="758078"/>
                </a:solidFill>
              </a:defRPr>
            </a:lvl2pPr>
            <a:lvl3pPr algn="r">
              <a:defRPr sz="975" b="1" i="0">
                <a:solidFill>
                  <a:srgbClr val="758078"/>
                </a:solidFill>
              </a:defRPr>
            </a:lvl3pPr>
            <a:lvl4pPr algn="r">
              <a:defRPr sz="975" b="1" i="0">
                <a:solidFill>
                  <a:srgbClr val="758078"/>
                </a:solidFill>
              </a:defRPr>
            </a:lvl4pPr>
            <a:lvl5pPr algn="r">
              <a:defRPr sz="975" b="1" i="0">
                <a:solidFill>
                  <a:srgbClr val="758078"/>
                </a:solidFill>
              </a:defRPr>
            </a:lvl5pPr>
            <a:lvl6pPr algn="r">
              <a:defRPr sz="975" b="1" i="0">
                <a:solidFill>
                  <a:srgbClr val="758078"/>
                </a:solidFill>
              </a:defRPr>
            </a:lvl6pPr>
            <a:lvl7pPr algn="r">
              <a:defRPr sz="975" b="1" i="0">
                <a:solidFill>
                  <a:srgbClr val="758078"/>
                </a:solidFill>
              </a:defRPr>
            </a:lvl7pPr>
            <a:lvl8pPr algn="r">
              <a:defRPr sz="975" b="1" i="0">
                <a:solidFill>
                  <a:srgbClr val="758078"/>
                </a:solidFill>
              </a:defRPr>
            </a:lvl8pPr>
            <a:lvl9pPr algn="r">
              <a:defRPr sz="975" b="1" i="0">
                <a:solidFill>
                  <a:srgbClr val="758078"/>
                </a:solidFill>
              </a:defRPr>
            </a:lvl9pPr>
          </a:lstStyle>
          <a:p xmlns:a="http://schemas.openxmlformats.org/drawingml/2006/main">
            <a:pPr algn="r">
              <a:defRPr sz="975" b="1" i="0">
                <a:solidFill>
                  <a:srgbClr val="758078"/>
                </a:solidFill>
              </a:defRPr>
            </a:pPr>
            <a:r>
              <a:rPr sz="975" b="1" i="0">
                <a:solidFill>
                  <a:srgbClr val="758078"/>
                </a:solidFill>
              </a:rPr>
              <a:t>10</a:t>
            </a:r>
          </a:p>
        </p:txBody>
      </p:sp>
      <p:sp>
        <p:nvSpPr>
          <p:cNvPr id="6" name="">
            <a:extLst xmlns:a="http://schemas.openxmlformats.org/drawingml/2006/main">
              <a:ext uri="{FF2B5EF4-FFF2-40B4-BE49-F238E27FC236}">
                <a16:creationId xmlns:a16="http://schemas.microsoft.com/office/drawing/2014/main" id="{DE4E54DC-98D8-46FE-9C2E-E5019A69D657}"/>
              </a:ext>
            </a:extLst>
          </p:cNvPr>
          <p:cNvSpPr>
            <a:spLocks xmlns:a="http://schemas.openxmlformats.org/drawingml/2006/main" noGrp="1"/>
          </p:cNvSpPr>
          <p:nvPr/>
        </p:nvSpPr>
        <p:spPr>
          <a:xfrm xmlns:a="http://schemas.openxmlformats.org/drawingml/2006/main">
            <a:off x="723900" y="18097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defPPr algn="l">
              <a:defRPr sz="1125" b="1" i="0">
                <a:solidFill>
                  <a:srgbClr val="D9784C"/>
                </a:solidFill>
              </a:defRPr>
            </a:defPPr>
            <a:lvl1pPr algn="l">
              <a:defRPr sz="1125" b="1" i="0">
                <a:solidFill>
                  <a:srgbClr val="D9784C"/>
                </a:solidFill>
              </a:defRPr>
            </a:lvl1pPr>
            <a:lvl2pPr algn="l">
              <a:defRPr sz="1125" b="1" i="0">
                <a:solidFill>
                  <a:srgbClr val="D9784C"/>
                </a:solidFill>
              </a:defRPr>
            </a:lvl2pPr>
            <a:lvl3pPr algn="l">
              <a:defRPr sz="1125" b="1" i="0">
                <a:solidFill>
                  <a:srgbClr val="D9784C"/>
                </a:solidFill>
              </a:defRPr>
            </a:lvl3pPr>
            <a:lvl4pPr algn="l">
              <a:defRPr sz="1125" b="1" i="0">
                <a:solidFill>
                  <a:srgbClr val="D9784C"/>
                </a:solidFill>
              </a:defRPr>
            </a:lvl4pPr>
            <a:lvl5pPr algn="l">
              <a:defRPr sz="1125" b="1" i="0">
                <a:solidFill>
                  <a:srgbClr val="D9784C"/>
                </a:solidFill>
              </a:defRPr>
            </a:lvl5pPr>
            <a:lvl6pPr algn="l">
              <a:defRPr sz="1125" b="1" i="0">
                <a:solidFill>
                  <a:srgbClr val="D9784C"/>
                </a:solidFill>
              </a:defRPr>
            </a:lvl6pPr>
            <a:lvl7pPr algn="l">
              <a:defRPr sz="1125" b="1" i="0">
                <a:solidFill>
                  <a:srgbClr val="D9784C"/>
                </a:solidFill>
              </a:defRPr>
            </a:lvl7pPr>
            <a:lvl8pPr algn="l">
              <a:defRPr sz="1125" b="1" i="0">
                <a:solidFill>
                  <a:srgbClr val="D9784C"/>
                </a:solidFill>
              </a:defRPr>
            </a:lvl8pPr>
            <a:lvl9pPr algn="l">
              <a:defRPr sz="1125" b="1" i="0">
                <a:solidFill>
                  <a:srgbClr val="D9784C"/>
                </a:solidFill>
              </a:defRPr>
            </a:lvl9pPr>
          </a:lstStyle>
          <a:p xmlns:a="http://schemas.openxmlformats.org/drawingml/2006/main">
            <a:pPr algn="l">
              <a:defRPr sz="1125" b="1" i="0">
                <a:solidFill>
                  <a:srgbClr val="D9784C"/>
                </a:solidFill>
              </a:defRPr>
            </a:pPr>
            <a:r>
              <a:rPr sz="1125" b="1" i="0">
                <a:solidFill>
                  <a:srgbClr val="D9784C"/>
                </a:solidFill>
              </a:rPr>
              <a:t>Starting point</a:t>
            </a:r>
          </a:p>
        </p:txBody>
      </p:sp>
      <p:sp>
        <p:nvSpPr>
          <p:cNvPr id="7" name="">
            <a:extLst xmlns:a="http://schemas.openxmlformats.org/drawingml/2006/main">
              <a:ext uri="{FF2B5EF4-FFF2-40B4-BE49-F238E27FC236}">
                <a16:creationId xmlns:a16="http://schemas.microsoft.com/office/drawing/2014/main" id="{1538B452-42AB-4FD5-A42B-165BB2D16634}"/>
              </a:ext>
            </a:extLst>
          </p:cNvPr>
          <p:cNvSpPr>
            <a:spLocks xmlns:a="http://schemas.openxmlformats.org/drawingml/2006/main" noGrp="1"/>
          </p:cNvSpPr>
          <p:nvPr/>
        </p:nvSpPr>
        <p:spPr>
          <a:xfrm xmlns:a="http://schemas.openxmlformats.org/drawingml/2006/main">
            <a:off x="723900" y="2171700"/>
            <a:ext cx="4095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00" b="1" i="0">
                <a:solidFill>
                  <a:srgbClr val="163E2D"/>
                </a:solidFill>
              </a:defRPr>
            </a:defPPr>
            <a:lvl1pPr algn="l">
              <a:defRPr sz="2400" b="1" i="0">
                <a:solidFill>
                  <a:srgbClr val="163E2D"/>
                </a:solidFill>
              </a:defRPr>
            </a:lvl1pPr>
            <a:lvl2pPr algn="l">
              <a:defRPr sz="2400" b="1" i="0">
                <a:solidFill>
                  <a:srgbClr val="163E2D"/>
                </a:solidFill>
              </a:defRPr>
            </a:lvl2pPr>
            <a:lvl3pPr algn="l">
              <a:defRPr sz="2400" b="1" i="0">
                <a:solidFill>
                  <a:srgbClr val="163E2D"/>
                </a:solidFill>
              </a:defRPr>
            </a:lvl3pPr>
            <a:lvl4pPr algn="l">
              <a:defRPr sz="2400" b="1" i="0">
                <a:solidFill>
                  <a:srgbClr val="163E2D"/>
                </a:solidFill>
              </a:defRPr>
            </a:lvl4pPr>
            <a:lvl5pPr algn="l">
              <a:defRPr sz="2400" b="1" i="0">
                <a:solidFill>
                  <a:srgbClr val="163E2D"/>
                </a:solidFill>
              </a:defRPr>
            </a:lvl5pPr>
            <a:lvl6pPr algn="l">
              <a:defRPr sz="2400" b="1" i="0">
                <a:solidFill>
                  <a:srgbClr val="163E2D"/>
                </a:solidFill>
              </a:defRPr>
            </a:lvl6pPr>
            <a:lvl7pPr algn="l">
              <a:defRPr sz="2400" b="1" i="0">
                <a:solidFill>
                  <a:srgbClr val="163E2D"/>
                </a:solidFill>
              </a:defRPr>
            </a:lvl7pPr>
            <a:lvl8pPr algn="l">
              <a:defRPr sz="2400" b="1" i="0">
                <a:solidFill>
                  <a:srgbClr val="163E2D"/>
                </a:solidFill>
              </a:defRPr>
            </a:lvl8pPr>
            <a:lvl9pPr algn="l">
              <a:defRPr sz="2400" b="1" i="0">
                <a:solidFill>
                  <a:srgbClr val="163E2D"/>
                </a:solidFill>
              </a:defRPr>
            </a:lvl9pPr>
          </a:lstStyle>
          <a:p xmlns:a="http://schemas.openxmlformats.org/drawingml/2006/main">
            <a:pPr algn="l">
              <a:defRPr sz="2400" b="1" i="0">
                <a:solidFill>
                  <a:srgbClr val="163E2D"/>
                </a:solidFill>
              </a:defRPr>
            </a:pPr>
            <a:r>
              <a:rPr sz="2400" b="1" i="0">
                <a:solidFill>
                  <a:srgbClr val="163E2D"/>
                </a:solidFill>
              </a:rPr>
              <a:t>Prototype exists</a:t>
            </a:r>
          </a:p>
        </p:txBody>
      </p:sp>
      <p:sp>
        <p:nvSpPr>
          <p:cNvPr id="8" name="">
            <a:extLst xmlns:a="http://schemas.openxmlformats.org/drawingml/2006/main">
              <a:ext uri="{FF2B5EF4-FFF2-40B4-BE49-F238E27FC236}">
                <a16:creationId xmlns:a16="http://schemas.microsoft.com/office/drawing/2014/main" id="{BA3A5011-C56F-41F4-9F5C-D494E40D543D}"/>
              </a:ext>
            </a:extLst>
          </p:cNvPr>
          <p:cNvSpPr>
            <a:spLocks xmlns:a="http://schemas.openxmlformats.org/drawingml/2006/main" noGrp="1"/>
          </p:cNvSpPr>
          <p:nvPr/>
        </p:nvSpPr>
        <p:spPr>
          <a:xfrm xmlns:a="http://schemas.openxmlformats.org/drawingml/2006/main">
            <a:off x="723900" y="2714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i="0">
                <a:solidFill>
                  <a:srgbClr val="13231B"/>
                </a:solidFill>
              </a:defRPr>
            </a:defPPr>
            <a:lvl1pPr algn="l">
              <a:defRPr sz="1425" b="0" i="0">
                <a:solidFill>
                  <a:srgbClr val="13231B"/>
                </a:solidFill>
              </a:defRPr>
            </a:lvl1pPr>
            <a:lvl2pPr algn="l">
              <a:defRPr sz="1425" b="0" i="0">
                <a:solidFill>
                  <a:srgbClr val="13231B"/>
                </a:solidFill>
              </a:defRPr>
            </a:lvl2pPr>
            <a:lvl3pPr algn="l">
              <a:defRPr sz="1425" b="0" i="0">
                <a:solidFill>
                  <a:srgbClr val="13231B"/>
                </a:solidFill>
              </a:defRPr>
            </a:lvl3pPr>
            <a:lvl4pPr algn="l">
              <a:defRPr sz="1425" b="0" i="0">
                <a:solidFill>
                  <a:srgbClr val="13231B"/>
                </a:solidFill>
              </a:defRPr>
            </a:lvl4pPr>
            <a:lvl5pPr algn="l">
              <a:defRPr sz="1425" b="0" i="0">
                <a:solidFill>
                  <a:srgbClr val="13231B"/>
                </a:solidFill>
              </a:defRPr>
            </a:lvl5pPr>
            <a:lvl6pPr algn="l">
              <a:defRPr sz="1425" b="0" i="0">
                <a:solidFill>
                  <a:srgbClr val="13231B"/>
                </a:solidFill>
              </a:defRPr>
            </a:lvl6pPr>
            <a:lvl7pPr algn="l">
              <a:defRPr sz="1425" b="0" i="0">
                <a:solidFill>
                  <a:srgbClr val="13231B"/>
                </a:solidFill>
              </a:defRPr>
            </a:lvl7pPr>
            <a:lvl8pPr algn="l">
              <a:defRPr sz="1425" b="0" i="0">
                <a:solidFill>
                  <a:srgbClr val="13231B"/>
                </a:solidFill>
              </a:defRPr>
            </a:lvl8pPr>
            <a:lvl9pPr algn="l">
              <a:defRPr sz="1425" b="0" i="0">
                <a:solidFill>
                  <a:srgbClr val="13231B"/>
                </a:solidFill>
              </a:defRPr>
            </a:lvl9pPr>
          </a:lstStyle>
          <a:p xmlns:a="http://schemas.openxmlformats.org/drawingml/2006/main">
            <a:pPr algn="l">
              <a:defRPr sz="1425" b="0" i="0">
                <a:solidFill>
                  <a:srgbClr val="13231B"/>
                </a:solidFill>
              </a:defRPr>
            </a:pPr>
            <a:r>
              <a:rPr sz="1425" b="0" i="0">
                <a:solidFill>
                  <a:srgbClr val="13231B"/>
                </a:solidFill>
              </a:rPr>
              <a:t>Auth · batch records · traceability events</a:t>
            </a:r>
          </a:p>
        </p:txBody>
      </p:sp>
      <p:sp>
        <p:nvSpPr>
          <p:cNvPr id="9" name="">
            <a:extLst xmlns:a="http://schemas.openxmlformats.org/drawingml/2006/main">
              <a:ext uri="{FF2B5EF4-FFF2-40B4-BE49-F238E27FC236}">
                <a16:creationId xmlns:a16="http://schemas.microsoft.com/office/drawing/2014/main" id="{94954943-5754-4C04-A6AA-5047E846B4CE}"/>
              </a:ext>
            </a:extLst>
          </p:cNvPr>
          <p:cNvSpPr>
            <a:spLocks xmlns:a="http://schemas.openxmlformats.org/drawingml/2006/main" noGrp="1"/>
          </p:cNvSpPr>
          <p:nvPr/>
        </p:nvSpPr>
        <p:spPr>
          <a:xfrm xmlns:a="http://schemas.openxmlformats.org/drawingml/2006/main">
            <a:off x="723900" y="36385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defPPr algn="l">
              <a:defRPr sz="1125" b="1" i="0">
                <a:solidFill>
                  <a:srgbClr val="D9784C"/>
                </a:solidFill>
              </a:defRPr>
            </a:defPPr>
            <a:lvl1pPr algn="l">
              <a:defRPr sz="1125" b="1" i="0">
                <a:solidFill>
                  <a:srgbClr val="D9784C"/>
                </a:solidFill>
              </a:defRPr>
            </a:lvl1pPr>
            <a:lvl2pPr algn="l">
              <a:defRPr sz="1125" b="1" i="0">
                <a:solidFill>
                  <a:srgbClr val="D9784C"/>
                </a:solidFill>
              </a:defRPr>
            </a:lvl2pPr>
            <a:lvl3pPr algn="l">
              <a:defRPr sz="1125" b="1" i="0">
                <a:solidFill>
                  <a:srgbClr val="D9784C"/>
                </a:solidFill>
              </a:defRPr>
            </a:lvl3pPr>
            <a:lvl4pPr algn="l">
              <a:defRPr sz="1125" b="1" i="0">
                <a:solidFill>
                  <a:srgbClr val="D9784C"/>
                </a:solidFill>
              </a:defRPr>
            </a:lvl4pPr>
            <a:lvl5pPr algn="l">
              <a:defRPr sz="1125" b="1" i="0">
                <a:solidFill>
                  <a:srgbClr val="D9784C"/>
                </a:solidFill>
              </a:defRPr>
            </a:lvl5pPr>
            <a:lvl6pPr algn="l">
              <a:defRPr sz="1125" b="1" i="0">
                <a:solidFill>
                  <a:srgbClr val="D9784C"/>
                </a:solidFill>
              </a:defRPr>
            </a:lvl6pPr>
            <a:lvl7pPr algn="l">
              <a:defRPr sz="1125" b="1" i="0">
                <a:solidFill>
                  <a:srgbClr val="D9784C"/>
                </a:solidFill>
              </a:defRPr>
            </a:lvl7pPr>
            <a:lvl8pPr algn="l">
              <a:defRPr sz="1125" b="1" i="0">
                <a:solidFill>
                  <a:srgbClr val="D9784C"/>
                </a:solidFill>
              </a:defRPr>
            </a:lvl8pPr>
            <a:lvl9pPr algn="l">
              <a:defRPr sz="1125" b="1" i="0">
                <a:solidFill>
                  <a:srgbClr val="D9784C"/>
                </a:solidFill>
              </a:defRPr>
            </a:lvl9pPr>
          </a:lstStyle>
          <a:p xmlns:a="http://schemas.openxmlformats.org/drawingml/2006/main">
            <a:pPr algn="l">
              <a:defRPr sz="1125" b="1" i="0">
                <a:solidFill>
                  <a:srgbClr val="D9784C"/>
                </a:solidFill>
              </a:defRPr>
            </a:pPr>
            <a:r>
              <a:rPr sz="1125" b="1" i="0">
                <a:solidFill>
                  <a:srgbClr val="D9784C"/>
                </a:solidFill>
              </a:rPr>
              <a:t>Next phases</a:t>
            </a:r>
          </a:p>
        </p:txBody>
      </p:sp>
      <p:sp>
        <p:nvSpPr>
          <p:cNvPr id="10" name="">
            <a:extLst xmlns:a="http://schemas.openxmlformats.org/drawingml/2006/main">
              <a:ext uri="{FF2B5EF4-FFF2-40B4-BE49-F238E27FC236}">
                <a16:creationId xmlns:a16="http://schemas.microsoft.com/office/drawing/2014/main" id="{1BC0B65F-65CF-428E-B133-CF0F1F02D1DA}"/>
              </a:ext>
            </a:extLst>
          </p:cNvPr>
          <p:cNvSpPr>
            <a:spLocks xmlns:a="http://schemas.openxmlformats.org/drawingml/2006/main" noGrp="1"/>
          </p:cNvSpPr>
          <p:nvPr/>
        </p:nvSpPr>
        <p:spPr>
          <a:xfrm xmlns:a="http://schemas.openxmlformats.org/drawingml/2006/main">
            <a:off x="5048250" y="20764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i="0">
                <a:solidFill>
                  <a:srgbClr val="163E2D"/>
                </a:solidFill>
              </a:defRPr>
            </a:defPPr>
            <a:lvl1pPr algn="l">
              <a:defRPr sz="2250" b="1" i="0">
                <a:solidFill>
                  <a:srgbClr val="163E2D"/>
                </a:solidFill>
              </a:defRPr>
            </a:lvl1pPr>
            <a:lvl2pPr algn="l">
              <a:defRPr sz="2250" b="1" i="0">
                <a:solidFill>
                  <a:srgbClr val="163E2D"/>
                </a:solidFill>
              </a:defRPr>
            </a:lvl2pPr>
            <a:lvl3pPr algn="l">
              <a:defRPr sz="2250" b="1" i="0">
                <a:solidFill>
                  <a:srgbClr val="163E2D"/>
                </a:solidFill>
              </a:defRPr>
            </a:lvl3pPr>
            <a:lvl4pPr algn="l">
              <a:defRPr sz="2250" b="1" i="0">
                <a:solidFill>
                  <a:srgbClr val="163E2D"/>
                </a:solidFill>
              </a:defRPr>
            </a:lvl4pPr>
            <a:lvl5pPr algn="l">
              <a:defRPr sz="2250" b="1" i="0">
                <a:solidFill>
                  <a:srgbClr val="163E2D"/>
                </a:solidFill>
              </a:defRPr>
            </a:lvl5pPr>
            <a:lvl6pPr algn="l">
              <a:defRPr sz="2250" b="1" i="0">
                <a:solidFill>
                  <a:srgbClr val="163E2D"/>
                </a:solidFill>
              </a:defRPr>
            </a:lvl6pPr>
            <a:lvl7pPr algn="l">
              <a:defRPr sz="2250" b="1" i="0">
                <a:solidFill>
                  <a:srgbClr val="163E2D"/>
                </a:solidFill>
              </a:defRPr>
            </a:lvl7pPr>
            <a:lvl8pPr algn="l">
              <a:defRPr sz="2250" b="1" i="0">
                <a:solidFill>
                  <a:srgbClr val="163E2D"/>
                </a:solidFill>
              </a:defRPr>
            </a:lvl8pPr>
            <a:lvl9pPr algn="l">
              <a:defRPr sz="2250" b="1" i="0">
                <a:solidFill>
                  <a:srgbClr val="163E2D"/>
                </a:solidFill>
              </a:defRPr>
            </a:lvl9pPr>
          </a:lstStyle>
          <a:p xmlns:a="http://schemas.openxmlformats.org/drawingml/2006/main">
            <a:pPr algn="l">
              <a:defRPr sz="2250" b="1" i="0">
                <a:solidFill>
                  <a:srgbClr val="163E2D"/>
                </a:solidFill>
              </a:defRPr>
            </a:pPr>
            <a:r>
              <a:rPr sz="2250" b="1" i="0">
                <a:solidFill>
                  <a:srgbClr val="163E2D"/>
                </a:solidFill>
              </a:rPr>
              <a:t>1–2</a:t>
            </a:r>
          </a:p>
        </p:txBody>
      </p:sp>
      <p:sp>
        <p:nvSpPr>
          <p:cNvPr id="11" name="">
            <a:extLst xmlns:a="http://schemas.openxmlformats.org/drawingml/2006/main">
              <a:ext uri="{FF2B5EF4-FFF2-40B4-BE49-F238E27FC236}">
                <a16:creationId xmlns:a16="http://schemas.microsoft.com/office/drawing/2014/main" id="{EB4339B9-C979-4AF4-B1ED-A052EBF8F997}"/>
              </a:ext>
            </a:extLst>
          </p:cNvPr>
          <p:cNvSpPr>
            <a:spLocks xmlns:a="http://schemas.openxmlformats.org/drawingml/2006/main" noGrp="1"/>
          </p:cNvSpPr>
          <p:nvPr/>
        </p:nvSpPr>
        <p:spPr>
          <a:xfrm xmlns:a="http://schemas.openxmlformats.org/drawingml/2006/main">
            <a:off x="5048250" y="25050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weeks</a:t>
            </a:r>
          </a:p>
        </p:txBody>
      </p:sp>
      <p:sp>
        <p:nvSpPr>
          <p:cNvPr id="12" name="">
            <a:extLst xmlns:a="http://schemas.openxmlformats.org/drawingml/2006/main">
              <a:ext uri="{FF2B5EF4-FFF2-40B4-BE49-F238E27FC236}">
                <a16:creationId xmlns:a16="http://schemas.microsoft.com/office/drawing/2014/main" id="{58214CF4-8DA3-4793-AA8E-116ADE7F275F}"/>
              </a:ext>
            </a:extLst>
          </p:cNvPr>
          <p:cNvSpPr>
            <a:spLocks xmlns:a="http://schemas.openxmlformats.org/drawingml/2006/main" noGrp="1"/>
          </p:cNvSpPr>
          <p:nvPr/>
        </p:nvSpPr>
        <p:spPr>
          <a:xfrm xmlns:a="http://schemas.openxmlformats.org/drawingml/2006/main">
            <a:off x="5048250" y="2886075"/>
            <a:ext cx="1352550" cy="285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BD02321-1AD3-44C2-AB8B-1E09F2E59D50}"/>
              </a:ext>
            </a:extLst>
          </p:cNvPr>
          <p:cNvSpPr>
            <a:spLocks xmlns:a="http://schemas.openxmlformats.org/drawingml/2006/main" noGrp="1"/>
          </p:cNvSpPr>
          <p:nvPr/>
        </p:nvSpPr>
        <p:spPr>
          <a:xfrm xmlns:a="http://schemas.openxmlformats.org/drawingml/2006/main">
            <a:off x="5048250" y="3133725"/>
            <a:ext cx="1352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i="0">
                <a:solidFill>
                  <a:srgbClr val="13231B"/>
                </a:solidFill>
              </a:defRPr>
            </a:defPPr>
            <a:lvl1pPr algn="l">
              <a:defRPr sz="1275" b="1" i="0">
                <a:solidFill>
                  <a:srgbClr val="13231B"/>
                </a:solidFill>
              </a:defRPr>
            </a:lvl1pPr>
            <a:lvl2pPr algn="l">
              <a:defRPr sz="1275" b="1" i="0">
                <a:solidFill>
                  <a:srgbClr val="13231B"/>
                </a:solidFill>
              </a:defRPr>
            </a:lvl2pPr>
            <a:lvl3pPr algn="l">
              <a:defRPr sz="1275" b="1" i="0">
                <a:solidFill>
                  <a:srgbClr val="13231B"/>
                </a:solidFill>
              </a:defRPr>
            </a:lvl3pPr>
            <a:lvl4pPr algn="l">
              <a:defRPr sz="1275" b="1" i="0">
                <a:solidFill>
                  <a:srgbClr val="13231B"/>
                </a:solidFill>
              </a:defRPr>
            </a:lvl4pPr>
            <a:lvl5pPr algn="l">
              <a:defRPr sz="1275" b="1" i="0">
                <a:solidFill>
                  <a:srgbClr val="13231B"/>
                </a:solidFill>
              </a:defRPr>
            </a:lvl5pPr>
            <a:lvl6pPr algn="l">
              <a:defRPr sz="1275" b="1" i="0">
                <a:solidFill>
                  <a:srgbClr val="13231B"/>
                </a:solidFill>
              </a:defRPr>
            </a:lvl6pPr>
            <a:lvl7pPr algn="l">
              <a:defRPr sz="1275" b="1" i="0">
                <a:solidFill>
                  <a:srgbClr val="13231B"/>
                </a:solidFill>
              </a:defRPr>
            </a:lvl7pPr>
            <a:lvl8pPr algn="l">
              <a:defRPr sz="1275" b="1" i="0">
                <a:solidFill>
                  <a:srgbClr val="13231B"/>
                </a:solidFill>
              </a:defRPr>
            </a:lvl8pPr>
            <a:lvl9pPr algn="l">
              <a:defRPr sz="1275" b="1" i="0">
                <a:solidFill>
                  <a:srgbClr val="13231B"/>
                </a:solidFill>
              </a:defRPr>
            </a:lvl9pPr>
          </a:lstStyle>
          <a:p xmlns:a="http://schemas.openxmlformats.org/drawingml/2006/main">
            <a:pPr algn="l">
              <a:defRPr sz="1275" b="1" i="0">
                <a:solidFill>
                  <a:srgbClr val="13231B"/>
                </a:solidFill>
              </a:defRPr>
            </a:pPr>
            <a:r>
              <a:rPr sz="1275" b="1" i="0">
                <a:solidFill>
                  <a:srgbClr val="13231B"/>
                </a:solidFill>
              </a:rPr>
              <a:t>Pilot workflow &amp; data model</a:t>
            </a:r>
          </a:p>
        </p:txBody>
      </p:sp>
      <p:sp>
        <p:nvSpPr>
          <p:cNvPr id="14" name="">
            <a:extLst xmlns:a="http://schemas.openxmlformats.org/drawingml/2006/main">
              <a:ext uri="{FF2B5EF4-FFF2-40B4-BE49-F238E27FC236}">
                <a16:creationId xmlns:a16="http://schemas.microsoft.com/office/drawing/2014/main" id="{6DBB1623-D448-46D5-BF54-6B1500D07213}"/>
              </a:ext>
            </a:extLst>
          </p:cNvPr>
          <p:cNvSpPr>
            <a:spLocks xmlns:a="http://schemas.openxmlformats.org/drawingml/2006/main" noGrp="1"/>
          </p:cNvSpPr>
          <p:nvPr/>
        </p:nvSpPr>
        <p:spPr>
          <a:xfrm xmlns:a="http://schemas.openxmlformats.org/drawingml/2006/main">
            <a:off x="6410325" y="2790825"/>
            <a:ext cx="24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7257"/>
          </a:bodyPr>
          <a:lstStyle xmlns:a="http://schemas.openxmlformats.org/drawingml/2006/main">
            <a:defPPr algn="ctr">
              <a:defRPr sz="1500" b="1" i="0">
                <a:solidFill>
                  <a:srgbClr val="758078"/>
                </a:solidFill>
              </a:defRPr>
            </a:defPPr>
            <a:lvl1pPr algn="ctr">
              <a:defRPr sz="1500" b="1" i="0">
                <a:solidFill>
                  <a:srgbClr val="758078"/>
                </a:solidFill>
              </a:defRPr>
            </a:lvl1pPr>
            <a:lvl2pPr algn="ctr">
              <a:defRPr sz="1500" b="1" i="0">
                <a:solidFill>
                  <a:srgbClr val="758078"/>
                </a:solidFill>
              </a:defRPr>
            </a:lvl2pPr>
            <a:lvl3pPr algn="ctr">
              <a:defRPr sz="1500" b="1" i="0">
                <a:solidFill>
                  <a:srgbClr val="758078"/>
                </a:solidFill>
              </a:defRPr>
            </a:lvl3pPr>
            <a:lvl4pPr algn="ctr">
              <a:defRPr sz="1500" b="1" i="0">
                <a:solidFill>
                  <a:srgbClr val="758078"/>
                </a:solidFill>
              </a:defRPr>
            </a:lvl4pPr>
            <a:lvl5pPr algn="ctr">
              <a:defRPr sz="1500" b="1" i="0">
                <a:solidFill>
                  <a:srgbClr val="758078"/>
                </a:solidFill>
              </a:defRPr>
            </a:lvl5pPr>
            <a:lvl6pPr algn="ctr">
              <a:defRPr sz="1500" b="1" i="0">
                <a:solidFill>
                  <a:srgbClr val="758078"/>
                </a:solidFill>
              </a:defRPr>
            </a:lvl6pPr>
            <a:lvl7pPr algn="ctr">
              <a:defRPr sz="1500" b="1" i="0">
                <a:solidFill>
                  <a:srgbClr val="758078"/>
                </a:solidFill>
              </a:defRPr>
            </a:lvl7pPr>
            <a:lvl8pPr algn="ctr">
              <a:defRPr sz="1500" b="1" i="0">
                <a:solidFill>
                  <a:srgbClr val="758078"/>
                </a:solidFill>
              </a:defRPr>
            </a:lvl8pPr>
            <a:lvl9pPr algn="ctr">
              <a:defRPr sz="1500" b="1" i="0">
                <a:solidFill>
                  <a:srgbClr val="758078"/>
                </a:solidFill>
              </a:defRPr>
            </a:lvl9pPr>
          </a:lstStyle>
          <a:p xmlns:a="http://schemas.openxmlformats.org/drawingml/2006/main">
            <a:pPr algn="ctr">
              <a:defRPr sz="1500" b="1" i="0">
                <a:solidFill>
                  <a:srgbClr val="758078"/>
                </a:solidFill>
              </a:defRPr>
            </a:pPr>
            <a:r>
              <a:rPr sz="1500" b="1" i="0">
                <a:solidFill>
                  <a:srgbClr val="758078"/>
                </a:solidFill>
              </a:rPr>
              <a:t>→</a:t>
            </a:r>
          </a:p>
        </p:txBody>
      </p:sp>
      <p:sp>
        <p:nvSpPr>
          <p:cNvPr id="15" name="">
            <a:extLst xmlns:a="http://schemas.openxmlformats.org/drawingml/2006/main">
              <a:ext uri="{FF2B5EF4-FFF2-40B4-BE49-F238E27FC236}">
                <a16:creationId xmlns:a16="http://schemas.microsoft.com/office/drawing/2014/main" id="{E9C6ADC5-1225-47F0-B153-FF8E33130C8E}"/>
              </a:ext>
            </a:extLst>
          </p:cNvPr>
          <p:cNvSpPr>
            <a:spLocks xmlns:a="http://schemas.openxmlformats.org/drawingml/2006/main" noGrp="1"/>
          </p:cNvSpPr>
          <p:nvPr/>
        </p:nvSpPr>
        <p:spPr>
          <a:xfrm xmlns:a="http://schemas.openxmlformats.org/drawingml/2006/main">
            <a:off x="6657975" y="20764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i="0">
                <a:solidFill>
                  <a:srgbClr val="163E2D"/>
                </a:solidFill>
              </a:defRPr>
            </a:defPPr>
            <a:lvl1pPr algn="l">
              <a:defRPr sz="2250" b="1" i="0">
                <a:solidFill>
                  <a:srgbClr val="163E2D"/>
                </a:solidFill>
              </a:defRPr>
            </a:lvl1pPr>
            <a:lvl2pPr algn="l">
              <a:defRPr sz="2250" b="1" i="0">
                <a:solidFill>
                  <a:srgbClr val="163E2D"/>
                </a:solidFill>
              </a:defRPr>
            </a:lvl2pPr>
            <a:lvl3pPr algn="l">
              <a:defRPr sz="2250" b="1" i="0">
                <a:solidFill>
                  <a:srgbClr val="163E2D"/>
                </a:solidFill>
              </a:defRPr>
            </a:lvl3pPr>
            <a:lvl4pPr algn="l">
              <a:defRPr sz="2250" b="1" i="0">
                <a:solidFill>
                  <a:srgbClr val="163E2D"/>
                </a:solidFill>
              </a:defRPr>
            </a:lvl4pPr>
            <a:lvl5pPr algn="l">
              <a:defRPr sz="2250" b="1" i="0">
                <a:solidFill>
                  <a:srgbClr val="163E2D"/>
                </a:solidFill>
              </a:defRPr>
            </a:lvl5pPr>
            <a:lvl6pPr algn="l">
              <a:defRPr sz="2250" b="1" i="0">
                <a:solidFill>
                  <a:srgbClr val="163E2D"/>
                </a:solidFill>
              </a:defRPr>
            </a:lvl6pPr>
            <a:lvl7pPr algn="l">
              <a:defRPr sz="2250" b="1" i="0">
                <a:solidFill>
                  <a:srgbClr val="163E2D"/>
                </a:solidFill>
              </a:defRPr>
            </a:lvl7pPr>
            <a:lvl8pPr algn="l">
              <a:defRPr sz="2250" b="1" i="0">
                <a:solidFill>
                  <a:srgbClr val="163E2D"/>
                </a:solidFill>
              </a:defRPr>
            </a:lvl8pPr>
            <a:lvl9pPr algn="l">
              <a:defRPr sz="2250" b="1" i="0">
                <a:solidFill>
                  <a:srgbClr val="163E2D"/>
                </a:solidFill>
              </a:defRPr>
            </a:lvl9pPr>
          </a:lstStyle>
          <a:p xmlns:a="http://schemas.openxmlformats.org/drawingml/2006/main">
            <a:pPr algn="l">
              <a:defRPr sz="2250" b="1" i="0">
                <a:solidFill>
                  <a:srgbClr val="163E2D"/>
                </a:solidFill>
              </a:defRPr>
            </a:pPr>
            <a:r>
              <a:rPr sz="2250" b="1" i="0">
                <a:solidFill>
                  <a:srgbClr val="163E2D"/>
                </a:solidFill>
              </a:rPr>
              <a:t>3–6</a:t>
            </a:r>
          </a:p>
        </p:txBody>
      </p:sp>
      <p:sp>
        <p:nvSpPr>
          <p:cNvPr id="16" name="">
            <a:extLst xmlns:a="http://schemas.openxmlformats.org/drawingml/2006/main">
              <a:ext uri="{FF2B5EF4-FFF2-40B4-BE49-F238E27FC236}">
                <a16:creationId xmlns:a16="http://schemas.microsoft.com/office/drawing/2014/main" id="{91090BDD-53D3-490C-8022-B6F4C41E3838}"/>
              </a:ext>
            </a:extLst>
          </p:cNvPr>
          <p:cNvSpPr>
            <a:spLocks xmlns:a="http://schemas.openxmlformats.org/drawingml/2006/main" noGrp="1"/>
          </p:cNvSpPr>
          <p:nvPr/>
        </p:nvSpPr>
        <p:spPr>
          <a:xfrm xmlns:a="http://schemas.openxmlformats.org/drawingml/2006/main">
            <a:off x="6657975" y="25050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weeks</a:t>
            </a:r>
          </a:p>
        </p:txBody>
      </p:sp>
      <p:sp>
        <p:nvSpPr>
          <p:cNvPr id="17" name="">
            <a:extLst xmlns:a="http://schemas.openxmlformats.org/drawingml/2006/main">
              <a:ext uri="{FF2B5EF4-FFF2-40B4-BE49-F238E27FC236}">
                <a16:creationId xmlns:a16="http://schemas.microsoft.com/office/drawing/2014/main" id="{E94CDAEE-3059-452A-8F4A-B7BD81E1C890}"/>
              </a:ext>
            </a:extLst>
          </p:cNvPr>
          <p:cNvSpPr>
            <a:spLocks xmlns:a="http://schemas.openxmlformats.org/drawingml/2006/main" noGrp="1"/>
          </p:cNvSpPr>
          <p:nvPr/>
        </p:nvSpPr>
        <p:spPr>
          <a:xfrm xmlns:a="http://schemas.openxmlformats.org/drawingml/2006/main">
            <a:off x="6657975" y="2886075"/>
            <a:ext cx="1352550" cy="285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1827EC-5BBE-4A10-AF07-A09E48F92DA8}"/>
              </a:ext>
            </a:extLst>
          </p:cNvPr>
          <p:cNvSpPr>
            <a:spLocks xmlns:a="http://schemas.openxmlformats.org/drawingml/2006/main" noGrp="1"/>
          </p:cNvSpPr>
          <p:nvPr/>
        </p:nvSpPr>
        <p:spPr>
          <a:xfrm xmlns:a="http://schemas.openxmlformats.org/drawingml/2006/main">
            <a:off x="6657975" y="3133725"/>
            <a:ext cx="1352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i="0">
                <a:solidFill>
                  <a:srgbClr val="13231B"/>
                </a:solidFill>
              </a:defRPr>
            </a:defPPr>
            <a:lvl1pPr algn="l">
              <a:defRPr sz="1275" b="1" i="0">
                <a:solidFill>
                  <a:srgbClr val="13231B"/>
                </a:solidFill>
              </a:defRPr>
            </a:lvl1pPr>
            <a:lvl2pPr algn="l">
              <a:defRPr sz="1275" b="1" i="0">
                <a:solidFill>
                  <a:srgbClr val="13231B"/>
                </a:solidFill>
              </a:defRPr>
            </a:lvl2pPr>
            <a:lvl3pPr algn="l">
              <a:defRPr sz="1275" b="1" i="0">
                <a:solidFill>
                  <a:srgbClr val="13231B"/>
                </a:solidFill>
              </a:defRPr>
            </a:lvl3pPr>
            <a:lvl4pPr algn="l">
              <a:defRPr sz="1275" b="1" i="0">
                <a:solidFill>
                  <a:srgbClr val="13231B"/>
                </a:solidFill>
              </a:defRPr>
            </a:lvl4pPr>
            <a:lvl5pPr algn="l">
              <a:defRPr sz="1275" b="1" i="0">
                <a:solidFill>
                  <a:srgbClr val="13231B"/>
                </a:solidFill>
              </a:defRPr>
            </a:lvl5pPr>
            <a:lvl6pPr algn="l">
              <a:defRPr sz="1275" b="1" i="0">
                <a:solidFill>
                  <a:srgbClr val="13231B"/>
                </a:solidFill>
              </a:defRPr>
            </a:lvl6pPr>
            <a:lvl7pPr algn="l">
              <a:defRPr sz="1275" b="1" i="0">
                <a:solidFill>
                  <a:srgbClr val="13231B"/>
                </a:solidFill>
              </a:defRPr>
            </a:lvl7pPr>
            <a:lvl8pPr algn="l">
              <a:defRPr sz="1275" b="1" i="0">
                <a:solidFill>
                  <a:srgbClr val="13231B"/>
                </a:solidFill>
              </a:defRPr>
            </a:lvl8pPr>
            <a:lvl9pPr algn="l">
              <a:defRPr sz="1275" b="1" i="0">
                <a:solidFill>
                  <a:srgbClr val="13231B"/>
                </a:solidFill>
              </a:defRPr>
            </a:lvl9pPr>
          </a:lstStyle>
          <a:p xmlns:a="http://schemas.openxmlformats.org/drawingml/2006/main">
            <a:pPr algn="l">
              <a:defRPr sz="1275" b="1" i="0">
                <a:solidFill>
                  <a:srgbClr val="13231B"/>
                </a:solidFill>
              </a:defRPr>
            </a:pPr>
            <a:r>
              <a:rPr sz="1275" b="1" i="0">
                <a:solidFill>
                  <a:srgbClr val="13231B"/>
                </a:solidFill>
              </a:rPr>
              <a:t>Collective commitments &amp; gap rules</a:t>
            </a:r>
          </a:p>
        </p:txBody>
      </p:sp>
      <p:sp>
        <p:nvSpPr>
          <p:cNvPr id="19" name="">
            <a:extLst xmlns:a="http://schemas.openxmlformats.org/drawingml/2006/main">
              <a:ext uri="{FF2B5EF4-FFF2-40B4-BE49-F238E27FC236}">
                <a16:creationId xmlns:a16="http://schemas.microsoft.com/office/drawing/2014/main" id="{5D5C700C-C295-491D-B041-81BEBA9F0AA0}"/>
              </a:ext>
            </a:extLst>
          </p:cNvPr>
          <p:cNvSpPr>
            <a:spLocks xmlns:a="http://schemas.openxmlformats.org/drawingml/2006/main" noGrp="1"/>
          </p:cNvSpPr>
          <p:nvPr/>
        </p:nvSpPr>
        <p:spPr>
          <a:xfrm xmlns:a="http://schemas.openxmlformats.org/drawingml/2006/main">
            <a:off x="8020050" y="2790825"/>
            <a:ext cx="24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7257"/>
          </a:bodyPr>
          <a:lstStyle xmlns:a="http://schemas.openxmlformats.org/drawingml/2006/main">
            <a:defPPr algn="ctr">
              <a:defRPr sz="1500" b="1" i="0">
                <a:solidFill>
                  <a:srgbClr val="758078"/>
                </a:solidFill>
              </a:defRPr>
            </a:defPPr>
            <a:lvl1pPr algn="ctr">
              <a:defRPr sz="1500" b="1" i="0">
                <a:solidFill>
                  <a:srgbClr val="758078"/>
                </a:solidFill>
              </a:defRPr>
            </a:lvl1pPr>
            <a:lvl2pPr algn="ctr">
              <a:defRPr sz="1500" b="1" i="0">
                <a:solidFill>
                  <a:srgbClr val="758078"/>
                </a:solidFill>
              </a:defRPr>
            </a:lvl2pPr>
            <a:lvl3pPr algn="ctr">
              <a:defRPr sz="1500" b="1" i="0">
                <a:solidFill>
                  <a:srgbClr val="758078"/>
                </a:solidFill>
              </a:defRPr>
            </a:lvl3pPr>
            <a:lvl4pPr algn="ctr">
              <a:defRPr sz="1500" b="1" i="0">
                <a:solidFill>
                  <a:srgbClr val="758078"/>
                </a:solidFill>
              </a:defRPr>
            </a:lvl4pPr>
            <a:lvl5pPr algn="ctr">
              <a:defRPr sz="1500" b="1" i="0">
                <a:solidFill>
                  <a:srgbClr val="758078"/>
                </a:solidFill>
              </a:defRPr>
            </a:lvl5pPr>
            <a:lvl6pPr algn="ctr">
              <a:defRPr sz="1500" b="1" i="0">
                <a:solidFill>
                  <a:srgbClr val="758078"/>
                </a:solidFill>
              </a:defRPr>
            </a:lvl6pPr>
            <a:lvl7pPr algn="ctr">
              <a:defRPr sz="1500" b="1" i="0">
                <a:solidFill>
                  <a:srgbClr val="758078"/>
                </a:solidFill>
              </a:defRPr>
            </a:lvl7pPr>
            <a:lvl8pPr algn="ctr">
              <a:defRPr sz="1500" b="1" i="0">
                <a:solidFill>
                  <a:srgbClr val="758078"/>
                </a:solidFill>
              </a:defRPr>
            </a:lvl8pPr>
            <a:lvl9pPr algn="ctr">
              <a:defRPr sz="1500" b="1" i="0">
                <a:solidFill>
                  <a:srgbClr val="758078"/>
                </a:solidFill>
              </a:defRPr>
            </a:lvl9pPr>
          </a:lstStyle>
          <a:p xmlns:a="http://schemas.openxmlformats.org/drawingml/2006/main">
            <a:pPr algn="ctr">
              <a:defRPr sz="1500" b="1" i="0">
                <a:solidFill>
                  <a:srgbClr val="758078"/>
                </a:solidFill>
              </a:defRPr>
            </a:pPr>
            <a:r>
              <a:rPr sz="1500" b="1" i="0">
                <a:solidFill>
                  <a:srgbClr val="758078"/>
                </a:solidFill>
              </a:rPr>
              <a:t>→</a:t>
            </a:r>
          </a:p>
        </p:txBody>
      </p:sp>
      <p:sp>
        <p:nvSpPr>
          <p:cNvPr id="20" name="">
            <a:extLst xmlns:a="http://schemas.openxmlformats.org/drawingml/2006/main">
              <a:ext uri="{FF2B5EF4-FFF2-40B4-BE49-F238E27FC236}">
                <a16:creationId xmlns:a16="http://schemas.microsoft.com/office/drawing/2014/main" id="{5E7D9D45-A94E-477F-87C1-57EBC4E77303}"/>
              </a:ext>
            </a:extLst>
          </p:cNvPr>
          <p:cNvSpPr>
            <a:spLocks xmlns:a="http://schemas.openxmlformats.org/drawingml/2006/main" noGrp="1"/>
          </p:cNvSpPr>
          <p:nvPr/>
        </p:nvSpPr>
        <p:spPr>
          <a:xfrm xmlns:a="http://schemas.openxmlformats.org/drawingml/2006/main">
            <a:off x="8267700" y="20764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i="0">
                <a:solidFill>
                  <a:srgbClr val="163E2D"/>
                </a:solidFill>
              </a:defRPr>
            </a:defPPr>
            <a:lvl1pPr algn="l">
              <a:defRPr sz="2250" b="1" i="0">
                <a:solidFill>
                  <a:srgbClr val="163E2D"/>
                </a:solidFill>
              </a:defRPr>
            </a:lvl1pPr>
            <a:lvl2pPr algn="l">
              <a:defRPr sz="2250" b="1" i="0">
                <a:solidFill>
                  <a:srgbClr val="163E2D"/>
                </a:solidFill>
              </a:defRPr>
            </a:lvl2pPr>
            <a:lvl3pPr algn="l">
              <a:defRPr sz="2250" b="1" i="0">
                <a:solidFill>
                  <a:srgbClr val="163E2D"/>
                </a:solidFill>
              </a:defRPr>
            </a:lvl3pPr>
            <a:lvl4pPr algn="l">
              <a:defRPr sz="2250" b="1" i="0">
                <a:solidFill>
                  <a:srgbClr val="163E2D"/>
                </a:solidFill>
              </a:defRPr>
            </a:lvl4pPr>
            <a:lvl5pPr algn="l">
              <a:defRPr sz="2250" b="1" i="0">
                <a:solidFill>
                  <a:srgbClr val="163E2D"/>
                </a:solidFill>
              </a:defRPr>
            </a:lvl5pPr>
            <a:lvl6pPr algn="l">
              <a:defRPr sz="2250" b="1" i="0">
                <a:solidFill>
                  <a:srgbClr val="163E2D"/>
                </a:solidFill>
              </a:defRPr>
            </a:lvl6pPr>
            <a:lvl7pPr algn="l">
              <a:defRPr sz="2250" b="1" i="0">
                <a:solidFill>
                  <a:srgbClr val="163E2D"/>
                </a:solidFill>
              </a:defRPr>
            </a:lvl7pPr>
            <a:lvl8pPr algn="l">
              <a:defRPr sz="2250" b="1" i="0">
                <a:solidFill>
                  <a:srgbClr val="163E2D"/>
                </a:solidFill>
              </a:defRPr>
            </a:lvl8pPr>
            <a:lvl9pPr algn="l">
              <a:defRPr sz="2250" b="1" i="0">
                <a:solidFill>
                  <a:srgbClr val="163E2D"/>
                </a:solidFill>
              </a:defRPr>
            </a:lvl9pPr>
          </a:lstStyle>
          <a:p xmlns:a="http://schemas.openxmlformats.org/drawingml/2006/main">
            <a:pPr algn="l">
              <a:defRPr sz="2250" b="1" i="0">
                <a:solidFill>
                  <a:srgbClr val="163E2D"/>
                </a:solidFill>
              </a:defRPr>
            </a:pPr>
            <a:r>
              <a:rPr sz="2250" b="1" i="0">
                <a:solidFill>
                  <a:srgbClr val="163E2D"/>
                </a:solidFill>
              </a:rPr>
              <a:t>7–8</a:t>
            </a:r>
          </a:p>
        </p:txBody>
      </p:sp>
      <p:sp>
        <p:nvSpPr>
          <p:cNvPr id="21" name="">
            <a:extLst xmlns:a="http://schemas.openxmlformats.org/drawingml/2006/main">
              <a:ext uri="{FF2B5EF4-FFF2-40B4-BE49-F238E27FC236}">
                <a16:creationId xmlns:a16="http://schemas.microsoft.com/office/drawing/2014/main" id="{0D326EFD-1EFD-4814-91E4-59233CFC48B9}"/>
              </a:ext>
            </a:extLst>
          </p:cNvPr>
          <p:cNvSpPr>
            <a:spLocks xmlns:a="http://schemas.openxmlformats.org/drawingml/2006/main" noGrp="1"/>
          </p:cNvSpPr>
          <p:nvPr/>
        </p:nvSpPr>
        <p:spPr>
          <a:xfrm xmlns:a="http://schemas.openxmlformats.org/drawingml/2006/main">
            <a:off x="8267700" y="25050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weeks</a:t>
            </a:r>
          </a:p>
        </p:txBody>
      </p:sp>
      <p:sp>
        <p:nvSpPr>
          <p:cNvPr id="22" name="">
            <a:extLst xmlns:a="http://schemas.openxmlformats.org/drawingml/2006/main">
              <a:ext uri="{FF2B5EF4-FFF2-40B4-BE49-F238E27FC236}">
                <a16:creationId xmlns:a16="http://schemas.microsoft.com/office/drawing/2014/main" id="{7B96C4FA-5BF0-441C-95C3-FF7F885EFCC7}"/>
              </a:ext>
            </a:extLst>
          </p:cNvPr>
          <p:cNvSpPr>
            <a:spLocks xmlns:a="http://schemas.openxmlformats.org/drawingml/2006/main" noGrp="1"/>
          </p:cNvSpPr>
          <p:nvPr/>
        </p:nvSpPr>
        <p:spPr>
          <a:xfrm xmlns:a="http://schemas.openxmlformats.org/drawingml/2006/main">
            <a:off x="8267700" y="2886075"/>
            <a:ext cx="1352550" cy="28575"/>
          </a:xfrm>
          <a:prstGeom xmlns:a="http://schemas.openxmlformats.org/drawingml/2006/main" prst="rect">
            <a:avLst/>
          </a:prstGeom>
          <a:solidFill xmlns:a="http://schemas.openxmlformats.org/drawingml/2006/main">
            <a:srgbClr val="83B55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258D77-FF85-4EAA-BE2C-55E48E2DBFD3}"/>
              </a:ext>
            </a:extLst>
          </p:cNvPr>
          <p:cNvSpPr>
            <a:spLocks xmlns:a="http://schemas.openxmlformats.org/drawingml/2006/main" noGrp="1"/>
          </p:cNvSpPr>
          <p:nvPr/>
        </p:nvSpPr>
        <p:spPr>
          <a:xfrm xmlns:a="http://schemas.openxmlformats.org/drawingml/2006/main">
            <a:off x="8267700" y="3133725"/>
            <a:ext cx="1352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i="0">
                <a:solidFill>
                  <a:srgbClr val="13231B"/>
                </a:solidFill>
              </a:defRPr>
            </a:defPPr>
            <a:lvl1pPr algn="l">
              <a:defRPr sz="1275" b="1" i="0">
                <a:solidFill>
                  <a:srgbClr val="13231B"/>
                </a:solidFill>
              </a:defRPr>
            </a:lvl1pPr>
            <a:lvl2pPr algn="l">
              <a:defRPr sz="1275" b="1" i="0">
                <a:solidFill>
                  <a:srgbClr val="13231B"/>
                </a:solidFill>
              </a:defRPr>
            </a:lvl2pPr>
            <a:lvl3pPr algn="l">
              <a:defRPr sz="1275" b="1" i="0">
                <a:solidFill>
                  <a:srgbClr val="13231B"/>
                </a:solidFill>
              </a:defRPr>
            </a:lvl3pPr>
            <a:lvl4pPr algn="l">
              <a:defRPr sz="1275" b="1" i="0">
                <a:solidFill>
                  <a:srgbClr val="13231B"/>
                </a:solidFill>
              </a:defRPr>
            </a:lvl4pPr>
            <a:lvl5pPr algn="l">
              <a:defRPr sz="1275" b="1" i="0">
                <a:solidFill>
                  <a:srgbClr val="13231B"/>
                </a:solidFill>
              </a:defRPr>
            </a:lvl5pPr>
            <a:lvl6pPr algn="l">
              <a:defRPr sz="1275" b="1" i="0">
                <a:solidFill>
                  <a:srgbClr val="13231B"/>
                </a:solidFill>
              </a:defRPr>
            </a:lvl6pPr>
            <a:lvl7pPr algn="l">
              <a:defRPr sz="1275" b="1" i="0">
                <a:solidFill>
                  <a:srgbClr val="13231B"/>
                </a:solidFill>
              </a:defRPr>
            </a:lvl7pPr>
            <a:lvl8pPr algn="l">
              <a:defRPr sz="1275" b="1" i="0">
                <a:solidFill>
                  <a:srgbClr val="13231B"/>
                </a:solidFill>
              </a:defRPr>
            </a:lvl8pPr>
            <a:lvl9pPr algn="l">
              <a:defRPr sz="1275" b="1" i="0">
                <a:solidFill>
                  <a:srgbClr val="13231B"/>
                </a:solidFill>
              </a:defRPr>
            </a:lvl9pPr>
          </a:lstStyle>
          <a:p xmlns:a="http://schemas.openxmlformats.org/drawingml/2006/main">
            <a:pPr algn="l">
              <a:defRPr sz="1275" b="1" i="0">
                <a:solidFill>
                  <a:srgbClr val="13231B"/>
                </a:solidFill>
              </a:defRPr>
            </a:pPr>
            <a:r>
              <a:rPr sz="1275" b="1" i="0">
                <a:solidFill>
                  <a:srgbClr val="13231B"/>
                </a:solidFill>
              </a:rPr>
              <a:t>Partner onboarding &amp; integration</a:t>
            </a:r>
          </a:p>
        </p:txBody>
      </p:sp>
      <p:sp>
        <p:nvSpPr>
          <p:cNvPr id="24" name="">
            <a:extLst xmlns:a="http://schemas.openxmlformats.org/drawingml/2006/main">
              <a:ext uri="{FF2B5EF4-FFF2-40B4-BE49-F238E27FC236}">
                <a16:creationId xmlns:a16="http://schemas.microsoft.com/office/drawing/2014/main" id="{81D2E89A-AFDC-4710-89F4-5DE1941EFBFE}"/>
              </a:ext>
            </a:extLst>
          </p:cNvPr>
          <p:cNvSpPr>
            <a:spLocks xmlns:a="http://schemas.openxmlformats.org/drawingml/2006/main" noGrp="1"/>
          </p:cNvSpPr>
          <p:nvPr/>
        </p:nvSpPr>
        <p:spPr>
          <a:xfrm xmlns:a="http://schemas.openxmlformats.org/drawingml/2006/main">
            <a:off x="9629775" y="2790825"/>
            <a:ext cx="24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7257"/>
          </a:bodyPr>
          <a:lstStyle xmlns:a="http://schemas.openxmlformats.org/drawingml/2006/main">
            <a:defPPr algn="ctr">
              <a:defRPr sz="1500" b="1" i="0">
                <a:solidFill>
                  <a:srgbClr val="758078"/>
                </a:solidFill>
              </a:defRPr>
            </a:defPPr>
            <a:lvl1pPr algn="ctr">
              <a:defRPr sz="1500" b="1" i="0">
                <a:solidFill>
                  <a:srgbClr val="758078"/>
                </a:solidFill>
              </a:defRPr>
            </a:lvl1pPr>
            <a:lvl2pPr algn="ctr">
              <a:defRPr sz="1500" b="1" i="0">
                <a:solidFill>
                  <a:srgbClr val="758078"/>
                </a:solidFill>
              </a:defRPr>
            </a:lvl2pPr>
            <a:lvl3pPr algn="ctr">
              <a:defRPr sz="1500" b="1" i="0">
                <a:solidFill>
                  <a:srgbClr val="758078"/>
                </a:solidFill>
              </a:defRPr>
            </a:lvl3pPr>
            <a:lvl4pPr algn="ctr">
              <a:defRPr sz="1500" b="1" i="0">
                <a:solidFill>
                  <a:srgbClr val="758078"/>
                </a:solidFill>
              </a:defRPr>
            </a:lvl4pPr>
            <a:lvl5pPr algn="ctr">
              <a:defRPr sz="1500" b="1" i="0">
                <a:solidFill>
                  <a:srgbClr val="758078"/>
                </a:solidFill>
              </a:defRPr>
            </a:lvl5pPr>
            <a:lvl6pPr algn="ctr">
              <a:defRPr sz="1500" b="1" i="0">
                <a:solidFill>
                  <a:srgbClr val="758078"/>
                </a:solidFill>
              </a:defRPr>
            </a:lvl6pPr>
            <a:lvl7pPr algn="ctr">
              <a:defRPr sz="1500" b="1" i="0">
                <a:solidFill>
                  <a:srgbClr val="758078"/>
                </a:solidFill>
              </a:defRPr>
            </a:lvl7pPr>
            <a:lvl8pPr algn="ctr">
              <a:defRPr sz="1500" b="1" i="0">
                <a:solidFill>
                  <a:srgbClr val="758078"/>
                </a:solidFill>
              </a:defRPr>
            </a:lvl8pPr>
            <a:lvl9pPr algn="ctr">
              <a:defRPr sz="1500" b="1" i="0">
                <a:solidFill>
                  <a:srgbClr val="758078"/>
                </a:solidFill>
              </a:defRPr>
            </a:lvl9pPr>
          </a:lstStyle>
          <a:p xmlns:a="http://schemas.openxmlformats.org/drawingml/2006/main">
            <a:pPr algn="ctr">
              <a:defRPr sz="1500" b="1" i="0">
                <a:solidFill>
                  <a:srgbClr val="758078"/>
                </a:solidFill>
              </a:defRPr>
            </a:pPr>
            <a:r>
              <a:rPr sz="1500" b="1" i="0">
                <a:solidFill>
                  <a:srgbClr val="758078"/>
                </a:solidFill>
              </a:rPr>
              <a:t>→</a:t>
            </a:r>
          </a:p>
        </p:txBody>
      </p:sp>
      <p:sp>
        <p:nvSpPr>
          <p:cNvPr id="25" name="">
            <a:extLst xmlns:a="http://schemas.openxmlformats.org/drawingml/2006/main">
              <a:ext uri="{FF2B5EF4-FFF2-40B4-BE49-F238E27FC236}">
                <a16:creationId xmlns:a16="http://schemas.microsoft.com/office/drawing/2014/main" id="{FCFF40D3-DA6E-4945-B4DC-5D8114D19D6C}"/>
              </a:ext>
            </a:extLst>
          </p:cNvPr>
          <p:cNvSpPr>
            <a:spLocks xmlns:a="http://schemas.openxmlformats.org/drawingml/2006/main" noGrp="1"/>
          </p:cNvSpPr>
          <p:nvPr/>
        </p:nvSpPr>
        <p:spPr>
          <a:xfrm xmlns:a="http://schemas.openxmlformats.org/drawingml/2006/main">
            <a:off x="9877425" y="20764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250" b="1" i="0">
                <a:solidFill>
                  <a:srgbClr val="163E2D"/>
                </a:solidFill>
              </a:defRPr>
            </a:defPPr>
            <a:lvl1pPr algn="l">
              <a:defRPr sz="2250" b="1" i="0">
                <a:solidFill>
                  <a:srgbClr val="163E2D"/>
                </a:solidFill>
              </a:defRPr>
            </a:lvl1pPr>
            <a:lvl2pPr algn="l">
              <a:defRPr sz="2250" b="1" i="0">
                <a:solidFill>
                  <a:srgbClr val="163E2D"/>
                </a:solidFill>
              </a:defRPr>
            </a:lvl2pPr>
            <a:lvl3pPr algn="l">
              <a:defRPr sz="2250" b="1" i="0">
                <a:solidFill>
                  <a:srgbClr val="163E2D"/>
                </a:solidFill>
              </a:defRPr>
            </a:lvl3pPr>
            <a:lvl4pPr algn="l">
              <a:defRPr sz="2250" b="1" i="0">
                <a:solidFill>
                  <a:srgbClr val="163E2D"/>
                </a:solidFill>
              </a:defRPr>
            </a:lvl4pPr>
            <a:lvl5pPr algn="l">
              <a:defRPr sz="2250" b="1" i="0">
                <a:solidFill>
                  <a:srgbClr val="163E2D"/>
                </a:solidFill>
              </a:defRPr>
            </a:lvl5pPr>
            <a:lvl6pPr algn="l">
              <a:defRPr sz="2250" b="1" i="0">
                <a:solidFill>
                  <a:srgbClr val="163E2D"/>
                </a:solidFill>
              </a:defRPr>
            </a:lvl6pPr>
            <a:lvl7pPr algn="l">
              <a:defRPr sz="2250" b="1" i="0">
                <a:solidFill>
                  <a:srgbClr val="163E2D"/>
                </a:solidFill>
              </a:defRPr>
            </a:lvl7pPr>
            <a:lvl8pPr algn="l">
              <a:defRPr sz="2250" b="1" i="0">
                <a:solidFill>
                  <a:srgbClr val="163E2D"/>
                </a:solidFill>
              </a:defRPr>
            </a:lvl8pPr>
            <a:lvl9pPr algn="l">
              <a:defRPr sz="2250" b="1" i="0">
                <a:solidFill>
                  <a:srgbClr val="163E2D"/>
                </a:solidFill>
              </a:defRPr>
            </a:lvl9pPr>
          </a:lstStyle>
          <a:p xmlns:a="http://schemas.openxmlformats.org/drawingml/2006/main">
            <a:pPr algn="l">
              <a:defRPr sz="2250" b="1" i="0">
                <a:solidFill>
                  <a:srgbClr val="163E2D"/>
                </a:solidFill>
              </a:defRPr>
            </a:pPr>
            <a:r>
              <a:rPr sz="2250" b="1" i="0">
                <a:solidFill>
                  <a:srgbClr val="163E2D"/>
                </a:solidFill>
              </a:rPr>
              <a:t>9–20</a:t>
            </a:r>
          </a:p>
        </p:txBody>
      </p:sp>
      <p:sp>
        <p:nvSpPr>
          <p:cNvPr id="26" name="">
            <a:extLst xmlns:a="http://schemas.openxmlformats.org/drawingml/2006/main">
              <a:ext uri="{FF2B5EF4-FFF2-40B4-BE49-F238E27FC236}">
                <a16:creationId xmlns:a16="http://schemas.microsoft.com/office/drawing/2014/main" id="{7B9986EF-E0BD-42B6-8952-8F8BBD0FA520}"/>
              </a:ext>
            </a:extLst>
          </p:cNvPr>
          <p:cNvSpPr>
            <a:spLocks xmlns:a="http://schemas.openxmlformats.org/drawingml/2006/main" noGrp="1"/>
          </p:cNvSpPr>
          <p:nvPr/>
        </p:nvSpPr>
        <p:spPr>
          <a:xfrm xmlns:a="http://schemas.openxmlformats.org/drawingml/2006/main">
            <a:off x="9877425" y="25050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defPPr algn="l">
              <a:defRPr sz="1050" b="1" i="0">
                <a:solidFill>
                  <a:srgbClr val="D9784C"/>
                </a:solidFill>
              </a:defRPr>
            </a:defPPr>
            <a:lvl1pPr algn="l">
              <a:defRPr sz="1050" b="1" i="0">
                <a:solidFill>
                  <a:srgbClr val="D9784C"/>
                </a:solidFill>
              </a:defRPr>
            </a:lvl1pPr>
            <a:lvl2pPr algn="l">
              <a:defRPr sz="1050" b="1" i="0">
                <a:solidFill>
                  <a:srgbClr val="D9784C"/>
                </a:solidFill>
              </a:defRPr>
            </a:lvl2pPr>
            <a:lvl3pPr algn="l">
              <a:defRPr sz="1050" b="1" i="0">
                <a:solidFill>
                  <a:srgbClr val="D9784C"/>
                </a:solidFill>
              </a:defRPr>
            </a:lvl3pPr>
            <a:lvl4pPr algn="l">
              <a:defRPr sz="1050" b="1" i="0">
                <a:solidFill>
                  <a:srgbClr val="D9784C"/>
                </a:solidFill>
              </a:defRPr>
            </a:lvl4pPr>
            <a:lvl5pPr algn="l">
              <a:defRPr sz="1050" b="1" i="0">
                <a:solidFill>
                  <a:srgbClr val="D9784C"/>
                </a:solidFill>
              </a:defRPr>
            </a:lvl5pPr>
            <a:lvl6pPr algn="l">
              <a:defRPr sz="1050" b="1" i="0">
                <a:solidFill>
                  <a:srgbClr val="D9784C"/>
                </a:solidFill>
              </a:defRPr>
            </a:lvl6pPr>
            <a:lvl7pPr algn="l">
              <a:defRPr sz="1050" b="1" i="0">
                <a:solidFill>
                  <a:srgbClr val="D9784C"/>
                </a:solidFill>
              </a:defRPr>
            </a:lvl7pPr>
            <a:lvl8pPr algn="l">
              <a:defRPr sz="1050" b="1" i="0">
                <a:solidFill>
                  <a:srgbClr val="D9784C"/>
                </a:solidFill>
              </a:defRPr>
            </a:lvl8pPr>
            <a:lvl9pPr algn="l">
              <a:defRPr sz="1050" b="1" i="0">
                <a:solidFill>
                  <a:srgbClr val="D9784C"/>
                </a:solidFill>
              </a:defRPr>
            </a:lvl9pPr>
          </a:lstStyle>
          <a:p xmlns:a="http://schemas.openxmlformats.org/drawingml/2006/main">
            <a:pPr algn="l">
              <a:defRPr sz="1050" b="1" i="0">
                <a:solidFill>
                  <a:srgbClr val="D9784C"/>
                </a:solidFill>
              </a:defRPr>
            </a:pPr>
            <a:r>
              <a:rPr sz="1050" b="1" i="0">
                <a:solidFill>
                  <a:srgbClr val="D9784C"/>
                </a:solidFill>
              </a:rPr>
              <a:t>weeks</a:t>
            </a:r>
          </a:p>
        </p:txBody>
      </p:sp>
      <p:sp>
        <p:nvSpPr>
          <p:cNvPr id="27" name="">
            <a:extLst xmlns:a="http://schemas.openxmlformats.org/drawingml/2006/main">
              <a:ext uri="{FF2B5EF4-FFF2-40B4-BE49-F238E27FC236}">
                <a16:creationId xmlns:a16="http://schemas.microsoft.com/office/drawing/2014/main" id="{44F54E0E-8F5E-4F4A-8A7E-721DC04D38C4}"/>
              </a:ext>
            </a:extLst>
          </p:cNvPr>
          <p:cNvSpPr>
            <a:spLocks xmlns:a="http://schemas.openxmlformats.org/drawingml/2006/main" noGrp="1"/>
          </p:cNvSpPr>
          <p:nvPr/>
        </p:nvSpPr>
        <p:spPr>
          <a:xfrm xmlns:a="http://schemas.openxmlformats.org/drawingml/2006/main">
            <a:off x="9877425" y="2886075"/>
            <a:ext cx="1352550" cy="28575"/>
          </a:xfrm>
          <a:prstGeom xmlns:a="http://schemas.openxmlformats.org/drawingml/2006/main" prst="rect">
            <a:avLst/>
          </a:prstGeom>
          <a:solidFill xmlns:a="http://schemas.openxmlformats.org/drawingml/2006/main">
            <a:srgbClr val="D9784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B886EBC-9DB6-471B-B2E0-CD695EC4072C}"/>
              </a:ext>
            </a:extLst>
          </p:cNvPr>
          <p:cNvSpPr>
            <a:spLocks xmlns:a="http://schemas.openxmlformats.org/drawingml/2006/main" noGrp="1"/>
          </p:cNvSpPr>
          <p:nvPr/>
        </p:nvSpPr>
        <p:spPr>
          <a:xfrm xmlns:a="http://schemas.openxmlformats.org/drawingml/2006/main">
            <a:off x="9877425" y="3133725"/>
            <a:ext cx="1352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i="0">
                <a:solidFill>
                  <a:srgbClr val="13231B"/>
                </a:solidFill>
              </a:defRPr>
            </a:defPPr>
            <a:lvl1pPr algn="l">
              <a:defRPr sz="1275" b="1" i="0">
                <a:solidFill>
                  <a:srgbClr val="13231B"/>
                </a:solidFill>
              </a:defRPr>
            </a:lvl1pPr>
            <a:lvl2pPr algn="l">
              <a:defRPr sz="1275" b="1" i="0">
                <a:solidFill>
                  <a:srgbClr val="13231B"/>
                </a:solidFill>
              </a:defRPr>
            </a:lvl2pPr>
            <a:lvl3pPr algn="l">
              <a:defRPr sz="1275" b="1" i="0">
                <a:solidFill>
                  <a:srgbClr val="13231B"/>
                </a:solidFill>
              </a:defRPr>
            </a:lvl3pPr>
            <a:lvl4pPr algn="l">
              <a:defRPr sz="1275" b="1" i="0">
                <a:solidFill>
                  <a:srgbClr val="13231B"/>
                </a:solidFill>
              </a:defRPr>
            </a:lvl4pPr>
            <a:lvl5pPr algn="l">
              <a:defRPr sz="1275" b="1" i="0">
                <a:solidFill>
                  <a:srgbClr val="13231B"/>
                </a:solidFill>
              </a:defRPr>
            </a:lvl5pPr>
            <a:lvl6pPr algn="l">
              <a:defRPr sz="1275" b="1" i="0">
                <a:solidFill>
                  <a:srgbClr val="13231B"/>
                </a:solidFill>
              </a:defRPr>
            </a:lvl6pPr>
            <a:lvl7pPr algn="l">
              <a:defRPr sz="1275" b="1" i="0">
                <a:solidFill>
                  <a:srgbClr val="13231B"/>
                </a:solidFill>
              </a:defRPr>
            </a:lvl7pPr>
            <a:lvl8pPr algn="l">
              <a:defRPr sz="1275" b="1" i="0">
                <a:solidFill>
                  <a:srgbClr val="13231B"/>
                </a:solidFill>
              </a:defRPr>
            </a:lvl8pPr>
            <a:lvl9pPr algn="l">
              <a:defRPr sz="1275" b="1" i="0">
                <a:solidFill>
                  <a:srgbClr val="13231B"/>
                </a:solidFill>
              </a:defRPr>
            </a:lvl9pPr>
          </a:lstStyle>
          <a:p xmlns:a="http://schemas.openxmlformats.org/drawingml/2006/main">
            <a:pPr algn="l">
              <a:defRPr sz="1275" b="1" i="0">
                <a:solidFill>
                  <a:srgbClr val="13231B"/>
                </a:solidFill>
              </a:defRPr>
            </a:pPr>
            <a:r>
              <a:rPr sz="1275" b="1" i="0">
                <a:solidFill>
                  <a:srgbClr val="13231B"/>
                </a:solidFill>
              </a:rPr>
              <a:t>Live pilot; evaluate against baseline</a:t>
            </a:r>
          </a:p>
        </p:txBody>
      </p:sp>
      <p:sp>
        <p:nvSpPr>
          <p:cNvPr id="29" name="">
            <a:extLst xmlns:a="http://schemas.openxmlformats.org/drawingml/2006/main">
              <a:ext uri="{FF2B5EF4-FFF2-40B4-BE49-F238E27FC236}">
                <a16:creationId xmlns:a16="http://schemas.microsoft.com/office/drawing/2014/main" id="{83B7BBF7-AD91-4A36-AD7F-AF1B5A5ACF3A}"/>
              </a:ext>
            </a:extLst>
          </p:cNvPr>
          <p:cNvSpPr>
            <a:spLocks xmlns:a="http://schemas.openxmlformats.org/drawingml/2006/main" noGrp="1"/>
          </p:cNvSpPr>
          <p:nvPr/>
        </p:nvSpPr>
        <p:spPr>
          <a:xfrm xmlns:a="http://schemas.openxmlformats.org/drawingml/2006/main">
            <a:off x="723900" y="4695825"/>
            <a:ext cx="10744200" cy="19050"/>
          </a:xfrm>
          <a:prstGeom xmlns:a="http://schemas.openxmlformats.org/drawingml/2006/main" prst="rect">
            <a:avLst/>
          </a:prstGeom>
          <a:solidFill xmlns:a="http://schemas.openxmlformats.org/drawingml/2006/main">
            <a:srgbClr val="CBD0C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DFD8601-1085-42CF-ACFC-020BA7A3E305}"/>
              </a:ext>
            </a:extLst>
          </p:cNvPr>
          <p:cNvSpPr>
            <a:spLocks xmlns:a="http://schemas.openxmlformats.org/drawingml/2006/main" noGrp="1"/>
          </p:cNvSpPr>
          <p:nvPr/>
        </p:nvSpPr>
        <p:spPr>
          <a:xfrm xmlns:a="http://schemas.openxmlformats.org/drawingml/2006/main">
            <a:off x="723900" y="4981575"/>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defPPr algn="l">
              <a:defRPr sz="1125" b="1" i="0">
                <a:solidFill>
                  <a:srgbClr val="758078"/>
                </a:solidFill>
              </a:defRPr>
            </a:defPPr>
            <a:lvl1pPr algn="l">
              <a:defRPr sz="1125" b="1" i="0">
                <a:solidFill>
                  <a:srgbClr val="758078"/>
                </a:solidFill>
              </a:defRPr>
            </a:lvl1pPr>
            <a:lvl2pPr algn="l">
              <a:defRPr sz="1125" b="1" i="0">
                <a:solidFill>
                  <a:srgbClr val="758078"/>
                </a:solidFill>
              </a:defRPr>
            </a:lvl2pPr>
            <a:lvl3pPr algn="l">
              <a:defRPr sz="1125" b="1" i="0">
                <a:solidFill>
                  <a:srgbClr val="758078"/>
                </a:solidFill>
              </a:defRPr>
            </a:lvl3pPr>
            <a:lvl4pPr algn="l">
              <a:defRPr sz="1125" b="1" i="0">
                <a:solidFill>
                  <a:srgbClr val="758078"/>
                </a:solidFill>
              </a:defRPr>
            </a:lvl4pPr>
            <a:lvl5pPr algn="l">
              <a:defRPr sz="1125" b="1" i="0">
                <a:solidFill>
                  <a:srgbClr val="758078"/>
                </a:solidFill>
              </a:defRPr>
            </a:lvl5pPr>
            <a:lvl6pPr algn="l">
              <a:defRPr sz="1125" b="1" i="0">
                <a:solidFill>
                  <a:srgbClr val="758078"/>
                </a:solidFill>
              </a:defRPr>
            </a:lvl6pPr>
            <a:lvl7pPr algn="l">
              <a:defRPr sz="1125" b="1" i="0">
                <a:solidFill>
                  <a:srgbClr val="758078"/>
                </a:solidFill>
              </a:defRPr>
            </a:lvl7pPr>
            <a:lvl8pPr algn="l">
              <a:defRPr sz="1125" b="1" i="0">
                <a:solidFill>
                  <a:srgbClr val="758078"/>
                </a:solidFill>
              </a:defRPr>
            </a:lvl8pPr>
            <a:lvl9pPr algn="l">
              <a:defRPr sz="1125" b="1" i="0">
                <a:solidFill>
                  <a:srgbClr val="758078"/>
                </a:solidFill>
              </a:defRPr>
            </a:lvl9pPr>
          </a:lstStyle>
          <a:p xmlns:a="http://schemas.openxmlformats.org/drawingml/2006/main">
            <a:pPr algn="l">
              <a:defRPr sz="1125" b="1" i="0">
                <a:solidFill>
                  <a:srgbClr val="758078"/>
                </a:solidFill>
              </a:defRPr>
            </a:pPr>
            <a:r>
              <a:rPr sz="1125" b="1" i="0">
                <a:solidFill>
                  <a:srgbClr val="758078"/>
                </a:solidFill>
              </a:rPr>
              <a:t>Build order</a:t>
            </a:r>
          </a:p>
        </p:txBody>
      </p:sp>
      <p:sp>
        <p:nvSpPr>
          <p:cNvPr id="31" name="">
            <a:extLst xmlns:a="http://schemas.openxmlformats.org/drawingml/2006/main">
              <a:ext uri="{FF2B5EF4-FFF2-40B4-BE49-F238E27FC236}">
                <a16:creationId xmlns:a16="http://schemas.microsoft.com/office/drawing/2014/main" id="{2EE45DE4-136A-4BC9-BF59-4A399BEB9AB7}"/>
              </a:ext>
            </a:extLst>
          </p:cNvPr>
          <p:cNvSpPr>
            <a:spLocks xmlns:a="http://schemas.openxmlformats.org/drawingml/2006/main" noGrp="1"/>
          </p:cNvSpPr>
          <p:nvPr/>
        </p:nvSpPr>
        <p:spPr>
          <a:xfrm xmlns:a="http://schemas.openxmlformats.org/drawingml/2006/main">
            <a:off x="2428875" y="48863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75" b="1" i="0">
                <a:solidFill>
                  <a:srgbClr val="13231B"/>
                </a:solidFill>
              </a:defRPr>
            </a:defPPr>
            <a:lvl1pPr algn="l">
              <a:defRPr sz="1875" b="1" i="0">
                <a:solidFill>
                  <a:srgbClr val="13231B"/>
                </a:solidFill>
              </a:defRPr>
            </a:lvl1pPr>
            <a:lvl2pPr algn="l">
              <a:defRPr sz="1875" b="1" i="0">
                <a:solidFill>
                  <a:srgbClr val="13231B"/>
                </a:solidFill>
              </a:defRPr>
            </a:lvl2pPr>
            <a:lvl3pPr algn="l">
              <a:defRPr sz="1875" b="1" i="0">
                <a:solidFill>
                  <a:srgbClr val="13231B"/>
                </a:solidFill>
              </a:defRPr>
            </a:lvl3pPr>
            <a:lvl4pPr algn="l">
              <a:defRPr sz="1875" b="1" i="0">
                <a:solidFill>
                  <a:srgbClr val="13231B"/>
                </a:solidFill>
              </a:defRPr>
            </a:lvl4pPr>
            <a:lvl5pPr algn="l">
              <a:defRPr sz="1875" b="1" i="0">
                <a:solidFill>
                  <a:srgbClr val="13231B"/>
                </a:solidFill>
              </a:defRPr>
            </a:lvl5pPr>
            <a:lvl6pPr algn="l">
              <a:defRPr sz="1875" b="1" i="0">
                <a:solidFill>
                  <a:srgbClr val="13231B"/>
                </a:solidFill>
              </a:defRPr>
            </a:lvl6pPr>
            <a:lvl7pPr algn="l">
              <a:defRPr sz="1875" b="1" i="0">
                <a:solidFill>
                  <a:srgbClr val="13231B"/>
                </a:solidFill>
              </a:defRPr>
            </a:lvl7pPr>
            <a:lvl8pPr algn="l">
              <a:defRPr sz="1875" b="1" i="0">
                <a:solidFill>
                  <a:srgbClr val="13231B"/>
                </a:solidFill>
              </a:defRPr>
            </a:lvl8pPr>
            <a:lvl9pPr algn="l">
              <a:defRPr sz="1875" b="1" i="0">
                <a:solidFill>
                  <a:srgbClr val="13231B"/>
                </a:solidFill>
              </a:defRPr>
            </a:lvl9pPr>
          </a:lstStyle>
          <a:p xmlns:a="http://schemas.openxmlformats.org/drawingml/2006/main">
            <a:pPr algn="l">
              <a:defRPr sz="1875" b="1" i="0">
                <a:solidFill>
                  <a:srgbClr val="13231B"/>
                </a:solidFill>
              </a:defRPr>
            </a:pPr>
            <a:r>
              <a:rPr sz="1875" b="1" i="0">
                <a:solidFill>
                  <a:srgbClr val="13231B"/>
                </a:solidFill>
              </a:rPr>
              <a:t>Prove reliable records first. Add forecasting after usable pilot history exists.</a:t>
            </a:r>
          </a:p>
        </p:txBody>
      </p:sp>
    </p:spTree>
    <p:extLst>
      <p:ext uri="{BB962C8B-B14F-4D97-AF65-F5344CB8AC3E}">
        <p14:creationId xmlns:p14="http://schemas.microsoft.com/office/powerpoint/2010/main" val="237824362"/>
      </p:ext>
    </p:extLst>
  </p:cSld>
</p:sld>
</file>

<file path=ppt/slides/slide11.xml><?xml version="1.0" encoding="utf-8"?>
<p:sld xmlns:p="http://schemas.openxmlformats.org/presentationml/2006/main">
  <p:cSld>
    <p:bg>
      <p:bgPr>
        <a:solidFill xmlns:a="http://schemas.openxmlformats.org/drawingml/2006/main">
          <a:srgbClr val="13231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9E2138-8AE4-4B4C-80E4-C04EE2040CAC}"/>
              </a:ext>
            </a:extLst>
          </p:cNvPr>
          <p:cNvSpPr>
            <a:spLocks xmlns:a="http://schemas.openxmlformats.org/drawingml/2006/main" noGrp="1"/>
          </p:cNvSpPr>
          <p:nvPr/>
        </p:nvSpPr>
        <p:spPr>
          <a:xfrm xmlns:a="http://schemas.openxmlformats.org/drawingml/2006/main">
            <a:off x="685800" y="45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i="0">
                <a:solidFill>
                  <a:srgbClr val="C9E36B"/>
                </a:solidFill>
              </a:defRPr>
            </a:defPPr>
            <a:lvl1pPr algn="l">
              <a:defRPr sz="1125" b="1" i="0">
                <a:solidFill>
                  <a:srgbClr val="C9E36B"/>
                </a:solidFill>
              </a:defRPr>
            </a:lvl1pPr>
            <a:lvl2pPr algn="l">
              <a:defRPr sz="1125" b="1" i="0">
                <a:solidFill>
                  <a:srgbClr val="C9E36B"/>
                </a:solidFill>
              </a:defRPr>
            </a:lvl2pPr>
            <a:lvl3pPr algn="l">
              <a:defRPr sz="1125" b="1" i="0">
                <a:solidFill>
                  <a:srgbClr val="C9E36B"/>
                </a:solidFill>
              </a:defRPr>
            </a:lvl3pPr>
            <a:lvl4pPr algn="l">
              <a:defRPr sz="1125" b="1" i="0">
                <a:solidFill>
                  <a:srgbClr val="C9E36B"/>
                </a:solidFill>
              </a:defRPr>
            </a:lvl4pPr>
            <a:lvl5pPr algn="l">
              <a:defRPr sz="1125" b="1" i="0">
                <a:solidFill>
                  <a:srgbClr val="C9E36B"/>
                </a:solidFill>
              </a:defRPr>
            </a:lvl5pPr>
            <a:lvl6pPr algn="l">
              <a:defRPr sz="1125" b="1" i="0">
                <a:solidFill>
                  <a:srgbClr val="C9E36B"/>
                </a:solidFill>
              </a:defRPr>
            </a:lvl6pPr>
            <a:lvl7pPr algn="l">
              <a:defRPr sz="1125" b="1" i="0">
                <a:solidFill>
                  <a:srgbClr val="C9E36B"/>
                </a:solidFill>
              </a:defRPr>
            </a:lvl7pPr>
            <a:lvl8pPr algn="l">
              <a:defRPr sz="1125" b="1" i="0">
                <a:solidFill>
                  <a:srgbClr val="C9E36B"/>
                </a:solidFill>
              </a:defRPr>
            </a:lvl8pPr>
            <a:lvl9pPr algn="l">
              <a:defRPr sz="1125" b="1" i="0">
                <a:solidFill>
                  <a:srgbClr val="C9E36B"/>
                </a:solidFill>
              </a:defRPr>
            </a:lvl9pPr>
          </a:lstStyle>
          <a:p xmlns:a="http://schemas.openxmlformats.org/drawingml/2006/main">
            <a:pPr algn="l">
              <a:defRPr sz="1125" b="1" i="0">
                <a:solidFill>
                  <a:srgbClr val="C9E36B"/>
                </a:solidFill>
              </a:defRPr>
            </a:pPr>
            <a:r>
              <a:rPr sz="1125" b="1" i="0">
                <a:solidFill>
                  <a:srgbClr val="C9E36B"/>
                </a:solidFill>
              </a:rPr>
              <a:t>THE OUTCOME TO PROVE</a:t>
            </a:r>
          </a:p>
        </p:txBody>
      </p:sp>
      <p:sp>
        <p:nvSpPr>
          <p:cNvPr id="2" name="">
            <a:extLst xmlns:a="http://schemas.openxmlformats.org/drawingml/2006/main">
              <a:ext uri="{FF2B5EF4-FFF2-40B4-BE49-F238E27FC236}">
                <a16:creationId xmlns:a16="http://schemas.microsoft.com/office/drawing/2014/main" id="{9CDBFCAB-BC36-4000-AEAE-E644AE1238DE}"/>
              </a:ext>
            </a:extLst>
          </p:cNvPr>
          <p:cNvSpPr>
            <a:spLocks xmlns:a="http://schemas.openxmlformats.org/drawingml/2006/main" noGrp="1"/>
          </p:cNvSpPr>
          <p:nvPr/>
        </p:nvSpPr>
        <p:spPr>
          <a:xfrm xmlns:a="http://schemas.openxmlformats.org/drawingml/2006/main">
            <a:off x="685800" y="990600"/>
            <a:ext cx="7620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4500" b="1" i="0">
                <a:solidFill>
                  <a:srgbClr val="F5F1E7"/>
                </a:solidFill>
              </a:defRPr>
            </a:defPPr>
            <a:lvl1pPr algn="l">
              <a:defRPr sz="4500" b="1" i="0">
                <a:solidFill>
                  <a:srgbClr val="F5F1E7"/>
                </a:solidFill>
              </a:defRPr>
            </a:lvl1pPr>
            <a:lvl2pPr algn="l">
              <a:defRPr sz="4500" b="1" i="0">
                <a:solidFill>
                  <a:srgbClr val="F5F1E7"/>
                </a:solidFill>
              </a:defRPr>
            </a:lvl2pPr>
            <a:lvl3pPr algn="l">
              <a:defRPr sz="4500" b="1" i="0">
                <a:solidFill>
                  <a:srgbClr val="F5F1E7"/>
                </a:solidFill>
              </a:defRPr>
            </a:lvl3pPr>
            <a:lvl4pPr algn="l">
              <a:defRPr sz="4500" b="1" i="0">
                <a:solidFill>
                  <a:srgbClr val="F5F1E7"/>
                </a:solidFill>
              </a:defRPr>
            </a:lvl4pPr>
            <a:lvl5pPr algn="l">
              <a:defRPr sz="4500" b="1" i="0">
                <a:solidFill>
                  <a:srgbClr val="F5F1E7"/>
                </a:solidFill>
              </a:defRPr>
            </a:lvl5pPr>
            <a:lvl6pPr algn="l">
              <a:defRPr sz="4500" b="1" i="0">
                <a:solidFill>
                  <a:srgbClr val="F5F1E7"/>
                </a:solidFill>
              </a:defRPr>
            </a:lvl6pPr>
            <a:lvl7pPr algn="l">
              <a:defRPr sz="4500" b="1" i="0">
                <a:solidFill>
                  <a:srgbClr val="F5F1E7"/>
                </a:solidFill>
              </a:defRPr>
            </a:lvl7pPr>
            <a:lvl8pPr algn="l">
              <a:defRPr sz="4500" b="1" i="0">
                <a:solidFill>
                  <a:srgbClr val="F5F1E7"/>
                </a:solidFill>
              </a:defRPr>
            </a:lvl8pPr>
            <a:lvl9pPr algn="l">
              <a:defRPr sz="4500" b="1" i="0">
                <a:solidFill>
                  <a:srgbClr val="F5F1E7"/>
                </a:solidFill>
              </a:defRPr>
            </a:lvl9pPr>
          </a:lstStyle>
          <a:p xmlns:a="http://schemas.openxmlformats.org/drawingml/2006/main">
            <a:pPr algn="l">
              <a:defRPr sz="4500" b="1" i="0">
                <a:solidFill>
                  <a:srgbClr val="F5F1E7"/>
                </a:solidFill>
              </a:defRPr>
            </a:pPr>
            <a:r>
              <a:rPr sz="4500" b="1" i="0">
                <a:solidFill>
                  <a:srgbClr val="F5F1E7"/>
                </a:solidFill>
              </a:rPr>
              <a:t>More predictable</a:t>
            </a:r>
          </a:p>
          <a:p xmlns:a="http://schemas.openxmlformats.org/drawingml/2006/main">
            <a:pPr algn="l">
              <a:defRPr sz="4500" b="1" i="0">
                <a:solidFill>
                  <a:srgbClr val="F5F1E7"/>
                </a:solidFill>
              </a:defRPr>
            </a:pPr>
            <a:r>
              <a:rPr sz="4500" b="1" i="0">
                <a:solidFill>
                  <a:srgbClr val="F5F1E7"/>
                </a:solidFill>
              </a:rPr>
              <a:t>supply. Better proof.</a:t>
            </a:r>
          </a:p>
        </p:txBody>
      </p:sp>
      <p:sp>
        <p:nvSpPr>
          <p:cNvPr id="3" name="">
            <a:extLst xmlns:a="http://schemas.openxmlformats.org/drawingml/2006/main">
              <a:ext uri="{FF2B5EF4-FFF2-40B4-BE49-F238E27FC236}">
                <a16:creationId xmlns:a16="http://schemas.microsoft.com/office/drawing/2014/main" id="{1E3BA8DE-7C92-4C0E-AC48-13AC7928F1B2}"/>
              </a:ext>
            </a:extLst>
          </p:cNvPr>
          <p:cNvSpPr>
            <a:spLocks xmlns:a="http://schemas.openxmlformats.org/drawingml/2006/main" noGrp="1"/>
          </p:cNvSpPr>
          <p:nvPr/>
        </p:nvSpPr>
        <p:spPr>
          <a:xfrm xmlns:a="http://schemas.openxmlformats.org/drawingml/2006/main">
            <a:off x="723900" y="3171825"/>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defPPr algn="l">
              <a:defRPr sz="1125" b="1" i="0">
                <a:solidFill>
                  <a:srgbClr val="C9E36B"/>
                </a:solidFill>
              </a:defRPr>
            </a:defPPr>
            <a:lvl1pPr algn="l">
              <a:defRPr sz="1125" b="1" i="0">
                <a:solidFill>
                  <a:srgbClr val="C9E36B"/>
                </a:solidFill>
              </a:defRPr>
            </a:lvl1pPr>
            <a:lvl2pPr algn="l">
              <a:defRPr sz="1125" b="1" i="0">
                <a:solidFill>
                  <a:srgbClr val="C9E36B"/>
                </a:solidFill>
              </a:defRPr>
            </a:lvl2pPr>
            <a:lvl3pPr algn="l">
              <a:defRPr sz="1125" b="1" i="0">
                <a:solidFill>
                  <a:srgbClr val="C9E36B"/>
                </a:solidFill>
              </a:defRPr>
            </a:lvl3pPr>
            <a:lvl4pPr algn="l">
              <a:defRPr sz="1125" b="1" i="0">
                <a:solidFill>
                  <a:srgbClr val="C9E36B"/>
                </a:solidFill>
              </a:defRPr>
            </a:lvl4pPr>
            <a:lvl5pPr algn="l">
              <a:defRPr sz="1125" b="1" i="0">
                <a:solidFill>
                  <a:srgbClr val="C9E36B"/>
                </a:solidFill>
              </a:defRPr>
            </a:lvl5pPr>
            <a:lvl6pPr algn="l">
              <a:defRPr sz="1125" b="1" i="0">
                <a:solidFill>
                  <a:srgbClr val="C9E36B"/>
                </a:solidFill>
              </a:defRPr>
            </a:lvl6pPr>
            <a:lvl7pPr algn="l">
              <a:defRPr sz="1125" b="1" i="0">
                <a:solidFill>
                  <a:srgbClr val="C9E36B"/>
                </a:solidFill>
              </a:defRPr>
            </a:lvl7pPr>
            <a:lvl8pPr algn="l">
              <a:defRPr sz="1125" b="1" i="0">
                <a:solidFill>
                  <a:srgbClr val="C9E36B"/>
                </a:solidFill>
              </a:defRPr>
            </a:lvl8pPr>
            <a:lvl9pPr algn="l">
              <a:defRPr sz="1125" b="1" i="0">
                <a:solidFill>
                  <a:srgbClr val="C9E36B"/>
                </a:solidFill>
              </a:defRPr>
            </a:lvl9pPr>
          </a:lstStyle>
          <a:p xmlns:a="http://schemas.openxmlformats.org/drawingml/2006/main">
            <a:pPr algn="l">
              <a:defRPr sz="1125" b="1" i="0">
                <a:solidFill>
                  <a:srgbClr val="C9E36B"/>
                </a:solidFill>
              </a:defRPr>
            </a:pPr>
            <a:r>
              <a:rPr sz="1125" b="1" i="0">
                <a:solidFill>
                  <a:srgbClr val="C9E36B"/>
                </a:solidFill>
              </a:rPr>
              <a:t>For processors</a:t>
            </a:r>
          </a:p>
        </p:txBody>
      </p:sp>
      <p:sp>
        <p:nvSpPr>
          <p:cNvPr id="4" name="">
            <a:extLst xmlns:a="http://schemas.openxmlformats.org/drawingml/2006/main">
              <a:ext uri="{FF2B5EF4-FFF2-40B4-BE49-F238E27FC236}">
                <a16:creationId xmlns:a16="http://schemas.microsoft.com/office/drawing/2014/main" id="{9E4B58DA-8DCF-4D81-AF09-381F700109E7}"/>
              </a:ext>
            </a:extLst>
          </p:cNvPr>
          <p:cNvSpPr>
            <a:spLocks xmlns:a="http://schemas.openxmlformats.org/drawingml/2006/main" noGrp="1"/>
          </p:cNvSpPr>
          <p:nvPr/>
        </p:nvSpPr>
        <p:spPr>
          <a:xfrm xmlns:a="http://schemas.openxmlformats.org/drawingml/2006/main">
            <a:off x="723900" y="3552825"/>
            <a:ext cx="438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735"/>
          </a:bodyPr>
          <a:lstStyle xmlns:a="http://schemas.openxmlformats.org/drawingml/2006/main">
            <a:defPPr algn="l">
              <a:defRPr sz="1800" b="1" i="0">
                <a:solidFill>
                  <a:srgbClr val="FFFFFF"/>
                </a:solidFill>
              </a:defRPr>
            </a:defPPr>
            <a:lvl1pPr algn="l">
              <a:defRPr sz="1800" b="1" i="0">
                <a:solidFill>
                  <a:srgbClr val="FFFFFF"/>
                </a:solidFill>
              </a:defRPr>
            </a:lvl1pPr>
            <a:lvl2pPr algn="l">
              <a:defRPr sz="1800" b="1" i="0">
                <a:solidFill>
                  <a:srgbClr val="FFFFFF"/>
                </a:solidFill>
              </a:defRPr>
            </a:lvl2pPr>
            <a:lvl3pPr algn="l">
              <a:defRPr sz="1800" b="1" i="0">
                <a:solidFill>
                  <a:srgbClr val="FFFFFF"/>
                </a:solidFill>
              </a:defRPr>
            </a:lvl3pPr>
            <a:lvl4pPr algn="l">
              <a:defRPr sz="1800" b="1" i="0">
                <a:solidFill>
                  <a:srgbClr val="FFFFFF"/>
                </a:solidFill>
              </a:defRPr>
            </a:lvl4pPr>
            <a:lvl5pPr algn="l">
              <a:defRPr sz="1800" b="1" i="0">
                <a:solidFill>
                  <a:srgbClr val="FFFFFF"/>
                </a:solidFill>
              </a:defRPr>
            </a:lvl5pPr>
            <a:lvl6pPr algn="l">
              <a:defRPr sz="1800" b="1" i="0">
                <a:solidFill>
                  <a:srgbClr val="FFFFFF"/>
                </a:solidFill>
              </a:defRPr>
            </a:lvl6pPr>
            <a:lvl7pPr algn="l">
              <a:defRPr sz="1800" b="1" i="0">
                <a:solidFill>
                  <a:srgbClr val="FFFFFF"/>
                </a:solidFill>
              </a:defRPr>
            </a:lvl7pPr>
            <a:lvl8pPr algn="l">
              <a:defRPr sz="1800" b="1" i="0">
                <a:solidFill>
                  <a:srgbClr val="FFFFFF"/>
                </a:solidFill>
              </a:defRPr>
            </a:lvl8pPr>
            <a:lvl9pPr algn="l">
              <a:defRPr sz="1800" b="1" i="0">
                <a:solidFill>
                  <a:srgbClr val="FFFFFF"/>
                </a:solidFill>
              </a:defRPr>
            </a:lvl9pPr>
          </a:lstStyle>
          <a:p xmlns:a="http://schemas.openxmlformats.org/drawingml/2006/main">
            <a:pPr algn="l">
              <a:defRPr sz="1800" b="1" i="0">
                <a:solidFill>
                  <a:srgbClr val="FFFFFF"/>
                </a:solidFill>
              </a:defRPr>
            </a:pPr>
            <a:r>
              <a:rPr sz="1800" b="1" i="0">
                <a:solidFill>
                  <a:srgbClr val="FFFFFF"/>
                </a:solidFill>
              </a:rPr>
              <a:t>Fewer late surprises in procurement planning</a:t>
            </a:r>
          </a:p>
        </p:txBody>
      </p:sp>
      <p:sp>
        <p:nvSpPr>
          <p:cNvPr id="5" name="">
            <a:extLst xmlns:a="http://schemas.openxmlformats.org/drawingml/2006/main">
              <a:ext uri="{FF2B5EF4-FFF2-40B4-BE49-F238E27FC236}">
                <a16:creationId xmlns:a16="http://schemas.microsoft.com/office/drawing/2014/main" id="{7AFABA53-6ABD-41B8-8FC2-95199D9567A1}"/>
              </a:ext>
            </a:extLst>
          </p:cNvPr>
          <p:cNvSpPr>
            <a:spLocks xmlns:a="http://schemas.openxmlformats.org/drawingml/2006/main" noGrp="1"/>
          </p:cNvSpPr>
          <p:nvPr/>
        </p:nvSpPr>
        <p:spPr>
          <a:xfrm xmlns:a="http://schemas.openxmlformats.org/drawingml/2006/main">
            <a:off x="5695950" y="3171825"/>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defPPr algn="l">
              <a:defRPr sz="1125" b="1" i="0">
                <a:solidFill>
                  <a:srgbClr val="C9E36B"/>
                </a:solidFill>
              </a:defRPr>
            </a:defPPr>
            <a:lvl1pPr algn="l">
              <a:defRPr sz="1125" b="1" i="0">
                <a:solidFill>
                  <a:srgbClr val="C9E36B"/>
                </a:solidFill>
              </a:defRPr>
            </a:lvl1pPr>
            <a:lvl2pPr algn="l">
              <a:defRPr sz="1125" b="1" i="0">
                <a:solidFill>
                  <a:srgbClr val="C9E36B"/>
                </a:solidFill>
              </a:defRPr>
            </a:lvl2pPr>
            <a:lvl3pPr algn="l">
              <a:defRPr sz="1125" b="1" i="0">
                <a:solidFill>
                  <a:srgbClr val="C9E36B"/>
                </a:solidFill>
              </a:defRPr>
            </a:lvl3pPr>
            <a:lvl4pPr algn="l">
              <a:defRPr sz="1125" b="1" i="0">
                <a:solidFill>
                  <a:srgbClr val="C9E36B"/>
                </a:solidFill>
              </a:defRPr>
            </a:lvl4pPr>
            <a:lvl5pPr algn="l">
              <a:defRPr sz="1125" b="1" i="0">
                <a:solidFill>
                  <a:srgbClr val="C9E36B"/>
                </a:solidFill>
              </a:defRPr>
            </a:lvl5pPr>
            <a:lvl6pPr algn="l">
              <a:defRPr sz="1125" b="1" i="0">
                <a:solidFill>
                  <a:srgbClr val="C9E36B"/>
                </a:solidFill>
              </a:defRPr>
            </a:lvl6pPr>
            <a:lvl7pPr algn="l">
              <a:defRPr sz="1125" b="1" i="0">
                <a:solidFill>
                  <a:srgbClr val="C9E36B"/>
                </a:solidFill>
              </a:defRPr>
            </a:lvl7pPr>
            <a:lvl8pPr algn="l">
              <a:defRPr sz="1125" b="1" i="0">
                <a:solidFill>
                  <a:srgbClr val="C9E36B"/>
                </a:solidFill>
              </a:defRPr>
            </a:lvl8pPr>
            <a:lvl9pPr algn="l">
              <a:defRPr sz="1125" b="1" i="0">
                <a:solidFill>
                  <a:srgbClr val="C9E36B"/>
                </a:solidFill>
              </a:defRPr>
            </a:lvl9pPr>
          </a:lstStyle>
          <a:p xmlns:a="http://schemas.openxmlformats.org/drawingml/2006/main">
            <a:pPr algn="l">
              <a:defRPr sz="1125" b="1" i="0">
                <a:solidFill>
                  <a:srgbClr val="C9E36B"/>
                </a:solidFill>
              </a:defRPr>
            </a:pPr>
            <a:r>
              <a:rPr sz="1125" b="1" i="0">
                <a:solidFill>
                  <a:srgbClr val="C9E36B"/>
                </a:solidFill>
              </a:rPr>
              <a:t>For collectives</a:t>
            </a:r>
          </a:p>
        </p:txBody>
      </p:sp>
      <p:sp>
        <p:nvSpPr>
          <p:cNvPr id="6" name="">
            <a:extLst xmlns:a="http://schemas.openxmlformats.org/drawingml/2006/main">
              <a:ext uri="{FF2B5EF4-FFF2-40B4-BE49-F238E27FC236}">
                <a16:creationId xmlns:a16="http://schemas.microsoft.com/office/drawing/2014/main" id="{0C2DAC84-72D1-4E74-ABC1-D257439F57FB}"/>
              </a:ext>
            </a:extLst>
          </p:cNvPr>
          <p:cNvSpPr>
            <a:spLocks xmlns:a="http://schemas.openxmlformats.org/drawingml/2006/main" noGrp="1"/>
          </p:cNvSpPr>
          <p:nvPr/>
        </p:nvSpPr>
        <p:spPr>
          <a:xfrm xmlns:a="http://schemas.openxmlformats.org/drawingml/2006/main">
            <a:off x="5695950" y="3552825"/>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800" b="1" i="0">
                <a:solidFill>
                  <a:srgbClr val="FFFFFF"/>
                </a:solidFill>
              </a:defRPr>
            </a:defPPr>
            <a:lvl1pPr algn="l">
              <a:defRPr sz="1800" b="1" i="0">
                <a:solidFill>
                  <a:srgbClr val="FFFFFF"/>
                </a:solidFill>
              </a:defRPr>
            </a:lvl1pPr>
            <a:lvl2pPr algn="l">
              <a:defRPr sz="1800" b="1" i="0">
                <a:solidFill>
                  <a:srgbClr val="FFFFFF"/>
                </a:solidFill>
              </a:defRPr>
            </a:lvl2pPr>
            <a:lvl3pPr algn="l">
              <a:defRPr sz="1800" b="1" i="0">
                <a:solidFill>
                  <a:srgbClr val="FFFFFF"/>
                </a:solidFill>
              </a:defRPr>
            </a:lvl3pPr>
            <a:lvl4pPr algn="l">
              <a:defRPr sz="1800" b="1" i="0">
                <a:solidFill>
                  <a:srgbClr val="FFFFFF"/>
                </a:solidFill>
              </a:defRPr>
            </a:lvl4pPr>
            <a:lvl5pPr algn="l">
              <a:defRPr sz="1800" b="1" i="0">
                <a:solidFill>
                  <a:srgbClr val="FFFFFF"/>
                </a:solidFill>
              </a:defRPr>
            </a:lvl5pPr>
            <a:lvl6pPr algn="l">
              <a:defRPr sz="1800" b="1" i="0">
                <a:solidFill>
                  <a:srgbClr val="FFFFFF"/>
                </a:solidFill>
              </a:defRPr>
            </a:lvl6pPr>
            <a:lvl7pPr algn="l">
              <a:defRPr sz="1800" b="1" i="0">
                <a:solidFill>
                  <a:srgbClr val="FFFFFF"/>
                </a:solidFill>
              </a:defRPr>
            </a:lvl7pPr>
            <a:lvl8pPr algn="l">
              <a:defRPr sz="1800" b="1" i="0">
                <a:solidFill>
                  <a:srgbClr val="FFFFFF"/>
                </a:solidFill>
              </a:defRPr>
            </a:lvl8pPr>
            <a:lvl9pPr algn="l">
              <a:defRPr sz="1800" b="1" i="0">
                <a:solidFill>
                  <a:srgbClr val="FFFFFF"/>
                </a:solidFill>
              </a:defRPr>
            </a:lvl9pPr>
          </a:lstStyle>
          <a:p xmlns:a="http://schemas.openxmlformats.org/drawingml/2006/main">
            <a:pPr algn="l">
              <a:defRPr sz="1800" b="1" i="0">
                <a:solidFill>
                  <a:srgbClr val="FFFFFF"/>
                </a:solidFill>
              </a:defRPr>
            </a:pPr>
            <a:r>
              <a:rPr sz="1800" b="1" i="0">
                <a:solidFill>
                  <a:srgbClr val="FFFFFF"/>
                </a:solidFill>
              </a:rPr>
              <a:t>Clearer commitments and a record of fulfilment</a:t>
            </a:r>
          </a:p>
        </p:txBody>
      </p:sp>
      <p:sp>
        <p:nvSpPr>
          <p:cNvPr id="7" name="">
            <a:extLst xmlns:a="http://schemas.openxmlformats.org/drawingml/2006/main">
              <a:ext uri="{FF2B5EF4-FFF2-40B4-BE49-F238E27FC236}">
                <a16:creationId xmlns:a16="http://schemas.microsoft.com/office/drawing/2014/main" id="{3A96D738-552D-4334-85E3-295B2A907509}"/>
              </a:ext>
            </a:extLst>
          </p:cNvPr>
          <p:cNvSpPr>
            <a:spLocks xmlns:a="http://schemas.openxmlformats.org/drawingml/2006/main" noGrp="1"/>
          </p:cNvSpPr>
          <p:nvPr/>
        </p:nvSpPr>
        <p:spPr>
          <a:xfrm xmlns:a="http://schemas.openxmlformats.org/drawingml/2006/main">
            <a:off x="723900" y="469582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i="0">
                <a:solidFill>
                  <a:srgbClr val="C9E36B"/>
                </a:solidFill>
              </a:defRPr>
            </a:defPPr>
            <a:lvl1pPr algn="l">
              <a:defRPr sz="1050" b="1" i="0">
                <a:solidFill>
                  <a:srgbClr val="C9E36B"/>
                </a:solidFill>
              </a:defRPr>
            </a:lvl1pPr>
            <a:lvl2pPr algn="l">
              <a:defRPr sz="1050" b="1" i="0">
                <a:solidFill>
                  <a:srgbClr val="C9E36B"/>
                </a:solidFill>
              </a:defRPr>
            </a:lvl2pPr>
            <a:lvl3pPr algn="l">
              <a:defRPr sz="1050" b="1" i="0">
                <a:solidFill>
                  <a:srgbClr val="C9E36B"/>
                </a:solidFill>
              </a:defRPr>
            </a:lvl3pPr>
            <a:lvl4pPr algn="l">
              <a:defRPr sz="1050" b="1" i="0">
                <a:solidFill>
                  <a:srgbClr val="C9E36B"/>
                </a:solidFill>
              </a:defRPr>
            </a:lvl4pPr>
            <a:lvl5pPr algn="l">
              <a:defRPr sz="1050" b="1" i="0">
                <a:solidFill>
                  <a:srgbClr val="C9E36B"/>
                </a:solidFill>
              </a:defRPr>
            </a:lvl5pPr>
            <a:lvl6pPr algn="l">
              <a:defRPr sz="1050" b="1" i="0">
                <a:solidFill>
                  <a:srgbClr val="C9E36B"/>
                </a:solidFill>
              </a:defRPr>
            </a:lvl6pPr>
            <a:lvl7pPr algn="l">
              <a:defRPr sz="1050" b="1" i="0">
                <a:solidFill>
                  <a:srgbClr val="C9E36B"/>
                </a:solidFill>
              </a:defRPr>
            </a:lvl7pPr>
            <a:lvl8pPr algn="l">
              <a:defRPr sz="1050" b="1" i="0">
                <a:solidFill>
                  <a:srgbClr val="C9E36B"/>
                </a:solidFill>
              </a:defRPr>
            </a:lvl8pPr>
            <a:lvl9pPr algn="l">
              <a:defRPr sz="1050" b="1" i="0">
                <a:solidFill>
                  <a:srgbClr val="C9E36B"/>
                </a:solidFill>
              </a:defRPr>
            </a:lvl9pPr>
          </a:lstStyle>
          <a:p xmlns:a="http://schemas.openxmlformats.org/drawingml/2006/main">
            <a:pPr algn="l">
              <a:defRPr sz="1050" b="1" i="0">
                <a:solidFill>
                  <a:srgbClr val="C9E36B"/>
                </a:solidFill>
              </a:defRPr>
            </a:pPr>
            <a:r>
              <a:rPr sz="1050" b="1" i="0">
                <a:solidFill>
                  <a:srgbClr val="C9E36B"/>
                </a:solidFill>
              </a:rPr>
              <a:t>FOR JUDGES, PILOT PARTNERS &amp; MENTORS</a:t>
            </a:r>
          </a:p>
        </p:txBody>
      </p:sp>
      <p:sp>
        <p:nvSpPr>
          <p:cNvPr id="8" name="">
            <a:extLst xmlns:a="http://schemas.openxmlformats.org/drawingml/2006/main">
              <a:ext uri="{FF2B5EF4-FFF2-40B4-BE49-F238E27FC236}">
                <a16:creationId xmlns:a16="http://schemas.microsoft.com/office/drawing/2014/main" id="{89C5F945-DCCF-4C29-A380-5A1ECC655973}"/>
              </a:ext>
            </a:extLst>
          </p:cNvPr>
          <p:cNvSpPr>
            <a:spLocks xmlns:a="http://schemas.openxmlformats.org/drawingml/2006/main" noGrp="1"/>
          </p:cNvSpPr>
          <p:nvPr/>
        </p:nvSpPr>
        <p:spPr>
          <a:xfrm xmlns:a="http://schemas.openxmlformats.org/drawingml/2006/main">
            <a:off x="723900" y="51054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i="0">
                <a:solidFill>
                  <a:srgbClr val="D8E6D2"/>
                </a:solidFill>
              </a:defRPr>
            </a:defPPr>
            <a:lvl1pPr algn="l">
              <a:defRPr sz="1650" b="0" i="0">
                <a:solidFill>
                  <a:srgbClr val="D8E6D2"/>
                </a:solidFill>
              </a:defRPr>
            </a:lvl1pPr>
            <a:lvl2pPr algn="l">
              <a:defRPr sz="1650" b="0" i="0">
                <a:solidFill>
                  <a:srgbClr val="D8E6D2"/>
                </a:solidFill>
              </a:defRPr>
            </a:lvl2pPr>
            <a:lvl3pPr algn="l">
              <a:defRPr sz="1650" b="0" i="0">
                <a:solidFill>
                  <a:srgbClr val="D8E6D2"/>
                </a:solidFill>
              </a:defRPr>
            </a:lvl3pPr>
            <a:lvl4pPr algn="l">
              <a:defRPr sz="1650" b="0" i="0">
                <a:solidFill>
                  <a:srgbClr val="D8E6D2"/>
                </a:solidFill>
              </a:defRPr>
            </a:lvl4pPr>
            <a:lvl5pPr algn="l">
              <a:defRPr sz="1650" b="0" i="0">
                <a:solidFill>
                  <a:srgbClr val="D8E6D2"/>
                </a:solidFill>
              </a:defRPr>
            </a:lvl5pPr>
            <a:lvl6pPr algn="l">
              <a:defRPr sz="1650" b="0" i="0">
                <a:solidFill>
                  <a:srgbClr val="D8E6D2"/>
                </a:solidFill>
              </a:defRPr>
            </a:lvl6pPr>
            <a:lvl7pPr algn="l">
              <a:defRPr sz="1650" b="0" i="0">
                <a:solidFill>
                  <a:srgbClr val="D8E6D2"/>
                </a:solidFill>
              </a:defRPr>
            </a:lvl7pPr>
            <a:lvl8pPr algn="l">
              <a:defRPr sz="1650" b="0" i="0">
                <a:solidFill>
                  <a:srgbClr val="D8E6D2"/>
                </a:solidFill>
              </a:defRPr>
            </a:lvl8pPr>
            <a:lvl9pPr algn="l">
              <a:defRPr sz="1650" b="0" i="0">
                <a:solidFill>
                  <a:srgbClr val="D8E6D2"/>
                </a:solidFill>
              </a:defRPr>
            </a:lvl9pPr>
          </a:lstStyle>
          <a:p xmlns:a="http://schemas.openxmlformats.org/drawingml/2006/main">
            <a:pPr algn="l">
              <a:defRPr sz="1650" b="0" i="0">
                <a:solidFill>
                  <a:srgbClr val="D8E6D2"/>
                </a:solidFill>
              </a:defRPr>
            </a:pPr>
            <a:r>
              <a:rPr sz="1650" b="0" i="0">
                <a:solidFill>
                  <a:srgbClr val="D8E6D2"/>
                </a:solidFill>
              </a:rPr>
              <a:t>Help us test the first corridor, refine the workflow, and measure real delivery outcomes.</a:t>
            </a:r>
          </a:p>
        </p:txBody>
      </p:sp>
      <p:sp>
        <p:nvSpPr>
          <p:cNvPr id="9" name="">
            <a:extLst xmlns:a="http://schemas.openxmlformats.org/drawingml/2006/main">
              <a:ext uri="{FF2B5EF4-FFF2-40B4-BE49-F238E27FC236}">
                <a16:creationId xmlns:a16="http://schemas.microsoft.com/office/drawing/2014/main" id="{D1353CDE-6174-4D80-9EBD-BEAAA643432B}"/>
              </a:ext>
            </a:extLst>
          </p:cNvPr>
          <p:cNvSpPr>
            <a:spLocks xmlns:a="http://schemas.openxmlformats.org/drawingml/2006/main" noGrp="1"/>
          </p:cNvSpPr>
          <p:nvPr/>
        </p:nvSpPr>
        <p:spPr>
          <a:xfrm xmlns:a="http://schemas.openxmlformats.org/drawingml/2006/main">
            <a:off x="723900" y="5915025"/>
            <a:ext cx="10744200" cy="19050"/>
          </a:xfrm>
          <a:prstGeom xmlns:a="http://schemas.openxmlformats.org/drawingml/2006/main" prst="rect">
            <a:avLst/>
          </a:prstGeom>
          <a:solidFill xmlns:a="http://schemas.openxmlformats.org/drawingml/2006/main">
            <a:srgbClr val="4563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E4504D-5ADE-4673-97AD-2318F1F6A657}"/>
              </a:ext>
            </a:extLst>
          </p:cNvPr>
          <p:cNvSpPr>
            <a:spLocks xmlns:a="http://schemas.openxmlformats.org/drawingml/2006/main" noGrp="1"/>
          </p:cNvSpPr>
          <p:nvPr/>
        </p:nvSpPr>
        <p:spPr>
          <a:xfrm xmlns:a="http://schemas.openxmlformats.org/drawingml/2006/main">
            <a:off x="723900" y="618172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l">
              <a:defRPr sz="975" b="1" i="0">
                <a:solidFill>
                  <a:srgbClr val="C9E36B"/>
                </a:solidFill>
              </a:defRPr>
            </a:defPPr>
            <a:lvl1pPr algn="l">
              <a:defRPr sz="975" b="1" i="0">
                <a:solidFill>
                  <a:srgbClr val="C9E36B"/>
                </a:solidFill>
              </a:defRPr>
            </a:lvl1pPr>
            <a:lvl2pPr algn="l">
              <a:defRPr sz="975" b="1" i="0">
                <a:solidFill>
                  <a:srgbClr val="C9E36B"/>
                </a:solidFill>
              </a:defRPr>
            </a:lvl2pPr>
            <a:lvl3pPr algn="l">
              <a:defRPr sz="975" b="1" i="0">
                <a:solidFill>
                  <a:srgbClr val="C9E36B"/>
                </a:solidFill>
              </a:defRPr>
            </a:lvl3pPr>
            <a:lvl4pPr algn="l">
              <a:defRPr sz="975" b="1" i="0">
                <a:solidFill>
                  <a:srgbClr val="C9E36B"/>
                </a:solidFill>
              </a:defRPr>
            </a:lvl4pPr>
            <a:lvl5pPr algn="l">
              <a:defRPr sz="975" b="1" i="0">
                <a:solidFill>
                  <a:srgbClr val="C9E36B"/>
                </a:solidFill>
              </a:defRPr>
            </a:lvl5pPr>
            <a:lvl6pPr algn="l">
              <a:defRPr sz="975" b="1" i="0">
                <a:solidFill>
                  <a:srgbClr val="C9E36B"/>
                </a:solidFill>
              </a:defRPr>
            </a:lvl6pPr>
            <a:lvl7pPr algn="l">
              <a:defRPr sz="975" b="1" i="0">
                <a:solidFill>
                  <a:srgbClr val="C9E36B"/>
                </a:solidFill>
              </a:defRPr>
            </a:lvl7pPr>
            <a:lvl8pPr algn="l">
              <a:defRPr sz="975" b="1" i="0">
                <a:solidFill>
                  <a:srgbClr val="C9E36B"/>
                </a:solidFill>
              </a:defRPr>
            </a:lvl8pPr>
            <a:lvl9pPr algn="l">
              <a:defRPr sz="975" b="1" i="0">
                <a:solidFill>
                  <a:srgbClr val="C9E36B"/>
                </a:solidFill>
              </a:defRPr>
            </a:lvl9pPr>
          </a:lstStyle>
          <a:p xmlns:a="http://schemas.openxmlformats.org/drawingml/2006/main">
            <a:pPr algn="l">
              <a:defRPr sz="975" b="1" i="0">
                <a:solidFill>
                  <a:srgbClr val="C9E36B"/>
                </a:solidFill>
              </a:defRPr>
            </a:pPr>
            <a:r>
              <a:rPr sz="975" b="1" i="0">
                <a:solidFill>
                  <a:srgbClr val="C9E36B"/>
                </a:solidFill>
              </a:rPr>
              <a:t>COMPLIKART SUPPLYSURE  /  AGRICULTURE &amp; FOOD PROCESSING</a:t>
            </a:r>
          </a:p>
        </p:txBody>
      </p:sp>
      <p:sp>
        <p:nvSpPr>
          <p:cNvPr id="11" name="">
            <a:extLst xmlns:a="http://schemas.openxmlformats.org/drawingml/2006/main">
              <a:ext uri="{FF2B5EF4-FFF2-40B4-BE49-F238E27FC236}">
                <a16:creationId xmlns:a16="http://schemas.microsoft.com/office/drawing/2014/main" id="{AF6F53FF-3357-4ADB-B147-68160D050276}"/>
              </a:ext>
            </a:extLst>
          </p:cNvPr>
          <p:cNvSpPr>
            <a:spLocks xmlns:a="http://schemas.openxmlformats.org/drawingml/2006/main" noGrp="1"/>
          </p:cNvSpPr>
          <p:nvPr/>
        </p:nvSpPr>
        <p:spPr>
          <a:xfrm xmlns:a="http://schemas.openxmlformats.org/drawingml/2006/main">
            <a:off x="11049000" y="61817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r">
              <a:defRPr sz="975" b="1" i="0">
                <a:solidFill>
                  <a:srgbClr val="D8E6D2"/>
                </a:solidFill>
              </a:defRPr>
            </a:defPPr>
            <a:lvl1pPr algn="r">
              <a:defRPr sz="975" b="1" i="0">
                <a:solidFill>
                  <a:srgbClr val="D8E6D2"/>
                </a:solidFill>
              </a:defRPr>
            </a:lvl1pPr>
            <a:lvl2pPr algn="r">
              <a:defRPr sz="975" b="1" i="0">
                <a:solidFill>
                  <a:srgbClr val="D8E6D2"/>
                </a:solidFill>
              </a:defRPr>
            </a:lvl2pPr>
            <a:lvl3pPr algn="r">
              <a:defRPr sz="975" b="1" i="0">
                <a:solidFill>
                  <a:srgbClr val="D8E6D2"/>
                </a:solidFill>
              </a:defRPr>
            </a:lvl3pPr>
            <a:lvl4pPr algn="r">
              <a:defRPr sz="975" b="1" i="0">
                <a:solidFill>
                  <a:srgbClr val="D8E6D2"/>
                </a:solidFill>
              </a:defRPr>
            </a:lvl4pPr>
            <a:lvl5pPr algn="r">
              <a:defRPr sz="975" b="1" i="0">
                <a:solidFill>
                  <a:srgbClr val="D8E6D2"/>
                </a:solidFill>
              </a:defRPr>
            </a:lvl5pPr>
            <a:lvl6pPr algn="r">
              <a:defRPr sz="975" b="1" i="0">
                <a:solidFill>
                  <a:srgbClr val="D8E6D2"/>
                </a:solidFill>
              </a:defRPr>
            </a:lvl6pPr>
            <a:lvl7pPr algn="r">
              <a:defRPr sz="975" b="1" i="0">
                <a:solidFill>
                  <a:srgbClr val="D8E6D2"/>
                </a:solidFill>
              </a:defRPr>
            </a:lvl7pPr>
            <a:lvl8pPr algn="r">
              <a:defRPr sz="975" b="1" i="0">
                <a:solidFill>
                  <a:srgbClr val="D8E6D2"/>
                </a:solidFill>
              </a:defRPr>
            </a:lvl8pPr>
            <a:lvl9pPr algn="r">
              <a:defRPr sz="975" b="1" i="0">
                <a:solidFill>
                  <a:srgbClr val="D8E6D2"/>
                </a:solidFill>
              </a:defRPr>
            </a:lvl9pPr>
          </a:lstStyle>
          <a:p xmlns:a="http://schemas.openxmlformats.org/drawingml/2006/main">
            <a:pPr algn="r">
              <a:defRPr sz="975" b="1" i="0">
                <a:solidFill>
                  <a:srgbClr val="D8E6D2"/>
                </a:solidFill>
              </a:defRPr>
            </a:pPr>
            <a:r>
              <a:rPr sz="975" b="1" i="0">
                <a:solidFill>
                  <a:srgbClr val="D8E6D2"/>
                </a:solidFill>
              </a:rPr>
              <a:t>11</a:t>
            </a:r>
          </a:p>
        </p:txBody>
      </p:sp>
    </p:spTree>
    <p:extLst>
      <p:ext uri="{BB962C8B-B14F-4D97-AF65-F5344CB8AC3E}">
        <p14:creationId xmlns:p14="http://schemas.microsoft.com/office/powerpoint/2010/main" val="1880933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2026-10-22T13:21:53.9020000Z</dcterms:created>
  <dcterms:modified xsi:type="dcterms:W3CDTF">2026-10-22T13:21:53.9020000Z</dcterms:modified>
</coreProperties>
</file>